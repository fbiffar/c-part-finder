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4"/>
  </p:sldMasterIdLst>
  <p:notesMasterIdLst>
    <p:notesMasterId r:id="rId7"/>
  </p:notesMasterIdLst>
  <p:sldIdLst>
    <p:sldId id="2147374647" r:id="rId5"/>
    <p:sldId id="2147374638" r:id="rId6"/>
  </p:sldIdLst>
  <p:sldSz cx="12192000" cy="6858000"/>
  <p:notesSz cx="9601200" cy="73152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91" autoAdjust="0"/>
  </p:normalViewPr>
  <p:slideViewPr>
    <p:cSldViewPr snapToGrid="0">
      <p:cViewPr>
        <p:scale>
          <a:sx n="125" d="100"/>
          <a:sy n="125" d="100"/>
        </p:scale>
        <p:origin x="3780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D6CFA66-0BA7-4256-A987-5708612252C7}" type="datetimeFigureOut">
              <a:rPr lang="de-CH" smtClean="0"/>
              <a:t>23.01.2025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60120" y="3520440"/>
            <a:ext cx="7680960" cy="288036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0EE35FD-2CFC-44BD-9D49-9C02A8750A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861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02551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E9D6B376-DB93-02FB-D35C-6B8BCE84AB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113831" cy="6858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C988332-C715-F82E-C20A-5681321C483D}"/>
              </a:ext>
            </a:extLst>
          </p:cNvPr>
          <p:cNvGrpSpPr/>
          <p:nvPr userDrawn="1"/>
        </p:nvGrpSpPr>
        <p:grpSpPr>
          <a:xfrm>
            <a:off x="10235850" y="371064"/>
            <a:ext cx="1405288" cy="404980"/>
            <a:chOff x="10235850" y="371064"/>
            <a:chExt cx="1405288" cy="404980"/>
          </a:xfrm>
        </p:grpSpPr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A335712C-3765-DC1D-9547-E98B0B4FDA26}"/>
                </a:ext>
              </a:extLst>
            </p:cNvPr>
            <p:cNvSpPr/>
            <p:nvPr/>
          </p:nvSpPr>
          <p:spPr>
            <a:xfrm>
              <a:off x="10700288" y="673270"/>
              <a:ext cx="52673" cy="78771"/>
            </a:xfrm>
            <a:custGeom>
              <a:avLst/>
              <a:gdLst>
                <a:gd name="connsiteX0" fmla="*/ 28289 w 52673"/>
                <a:gd name="connsiteY0" fmla="*/ 5239 h 78771"/>
                <a:gd name="connsiteX1" fmla="*/ 6001 w 52673"/>
                <a:gd name="connsiteY1" fmla="*/ 5239 h 78771"/>
                <a:gd name="connsiteX2" fmla="*/ 6001 w 52673"/>
                <a:gd name="connsiteY2" fmla="*/ 40005 h 78771"/>
                <a:gd name="connsiteX3" fmla="*/ 28289 w 52673"/>
                <a:gd name="connsiteY3" fmla="*/ 40005 h 78771"/>
                <a:gd name="connsiteX4" fmla="*/ 46768 w 52673"/>
                <a:gd name="connsiteY4" fmla="*/ 22670 h 78771"/>
                <a:gd name="connsiteX5" fmla="*/ 28289 w 52673"/>
                <a:gd name="connsiteY5" fmla="*/ 5334 h 78771"/>
                <a:gd name="connsiteX6" fmla="*/ 28956 w 52673"/>
                <a:gd name="connsiteY6" fmla="*/ 45339 h 78771"/>
                <a:gd name="connsiteX7" fmla="*/ 6001 w 52673"/>
                <a:gd name="connsiteY7" fmla="*/ 45339 h 78771"/>
                <a:gd name="connsiteX8" fmla="*/ 6001 w 52673"/>
                <a:gd name="connsiteY8" fmla="*/ 78772 h 78771"/>
                <a:gd name="connsiteX9" fmla="*/ 0 w 52673"/>
                <a:gd name="connsiteY9" fmla="*/ 78772 h 78771"/>
                <a:gd name="connsiteX10" fmla="*/ 0 w 52673"/>
                <a:gd name="connsiteY10" fmla="*/ 0 h 78771"/>
                <a:gd name="connsiteX11" fmla="*/ 28861 w 52673"/>
                <a:gd name="connsiteY11" fmla="*/ 0 h 78771"/>
                <a:gd name="connsiteX12" fmla="*/ 52673 w 52673"/>
                <a:gd name="connsiteY12" fmla="*/ 22670 h 78771"/>
                <a:gd name="connsiteX13" fmla="*/ 28861 w 52673"/>
                <a:gd name="connsiteY13" fmla="*/ 45339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673" h="78771">
                  <a:moveTo>
                    <a:pt x="28289" y="5239"/>
                  </a:moveTo>
                  <a:lnTo>
                    <a:pt x="6001" y="5239"/>
                  </a:lnTo>
                  <a:lnTo>
                    <a:pt x="6001" y="40005"/>
                  </a:lnTo>
                  <a:lnTo>
                    <a:pt x="28289" y="40005"/>
                  </a:lnTo>
                  <a:cubicBezTo>
                    <a:pt x="39243" y="40005"/>
                    <a:pt x="46768" y="34481"/>
                    <a:pt x="46768" y="22670"/>
                  </a:cubicBezTo>
                  <a:cubicBezTo>
                    <a:pt x="46768" y="10859"/>
                    <a:pt x="39243" y="5334"/>
                    <a:pt x="28289" y="5334"/>
                  </a:cubicBezTo>
                  <a:moveTo>
                    <a:pt x="28956" y="45339"/>
                  </a:moveTo>
                  <a:lnTo>
                    <a:pt x="6001" y="45339"/>
                  </a:lnTo>
                  <a:lnTo>
                    <a:pt x="6001" y="78772"/>
                  </a:lnTo>
                  <a:lnTo>
                    <a:pt x="0" y="78772"/>
                  </a:lnTo>
                  <a:lnTo>
                    <a:pt x="0" y="0"/>
                  </a:lnTo>
                  <a:lnTo>
                    <a:pt x="28861" y="0"/>
                  </a:lnTo>
                  <a:cubicBezTo>
                    <a:pt x="42482" y="0"/>
                    <a:pt x="52673" y="8192"/>
                    <a:pt x="52673" y="22670"/>
                  </a:cubicBezTo>
                  <a:cubicBezTo>
                    <a:pt x="52673" y="37148"/>
                    <a:pt x="42482" y="45339"/>
                    <a:pt x="28861" y="45339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87EB2CB2-A315-D580-7002-EE7864ED83F2}"/>
                </a:ext>
              </a:extLst>
            </p:cNvPr>
            <p:cNvSpPr/>
            <p:nvPr/>
          </p:nvSpPr>
          <p:spPr>
            <a:xfrm>
              <a:off x="10769059" y="697940"/>
              <a:ext cx="34099" cy="54006"/>
            </a:xfrm>
            <a:custGeom>
              <a:avLst/>
              <a:gdLst>
                <a:gd name="connsiteX0" fmla="*/ 19907 w 34099"/>
                <a:gd name="connsiteY0" fmla="*/ 5048 h 54006"/>
                <a:gd name="connsiteX1" fmla="*/ 5620 w 34099"/>
                <a:gd name="connsiteY1" fmla="*/ 21146 h 54006"/>
                <a:gd name="connsiteX2" fmla="*/ 5620 w 34099"/>
                <a:gd name="connsiteY2" fmla="*/ 54007 h 54006"/>
                <a:gd name="connsiteX3" fmla="*/ 0 w 34099"/>
                <a:gd name="connsiteY3" fmla="*/ 54007 h 54006"/>
                <a:gd name="connsiteX4" fmla="*/ 0 w 34099"/>
                <a:gd name="connsiteY4" fmla="*/ 667 h 54006"/>
                <a:gd name="connsiteX5" fmla="*/ 5620 w 34099"/>
                <a:gd name="connsiteY5" fmla="*/ 667 h 54006"/>
                <a:gd name="connsiteX6" fmla="*/ 5620 w 34099"/>
                <a:gd name="connsiteY6" fmla="*/ 7715 h 54006"/>
                <a:gd name="connsiteX7" fmla="*/ 21241 w 34099"/>
                <a:gd name="connsiteY7" fmla="*/ 0 h 54006"/>
                <a:gd name="connsiteX8" fmla="*/ 34100 w 34099"/>
                <a:gd name="connsiteY8" fmla="*/ 5048 h 54006"/>
                <a:gd name="connsiteX9" fmla="*/ 30004 w 34099"/>
                <a:gd name="connsiteY9" fmla="*/ 9144 h 54006"/>
                <a:gd name="connsiteX10" fmla="*/ 19907 w 34099"/>
                <a:gd name="connsiteY10" fmla="*/ 4953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99" h="54006">
                  <a:moveTo>
                    <a:pt x="19907" y="5048"/>
                  </a:moveTo>
                  <a:cubicBezTo>
                    <a:pt x="10668" y="5048"/>
                    <a:pt x="5620" y="12668"/>
                    <a:pt x="5620" y="21146"/>
                  </a:cubicBezTo>
                  <a:lnTo>
                    <a:pt x="5620" y="54007"/>
                  </a:lnTo>
                  <a:lnTo>
                    <a:pt x="0" y="54007"/>
                  </a:lnTo>
                  <a:lnTo>
                    <a:pt x="0" y="667"/>
                  </a:lnTo>
                  <a:lnTo>
                    <a:pt x="5620" y="667"/>
                  </a:lnTo>
                  <a:lnTo>
                    <a:pt x="5620" y="7715"/>
                  </a:lnTo>
                  <a:cubicBezTo>
                    <a:pt x="8668" y="2762"/>
                    <a:pt x="14859" y="0"/>
                    <a:pt x="21241" y="0"/>
                  </a:cubicBezTo>
                  <a:cubicBezTo>
                    <a:pt x="26479" y="0"/>
                    <a:pt x="30194" y="1238"/>
                    <a:pt x="34100" y="5048"/>
                  </a:cubicBezTo>
                  <a:lnTo>
                    <a:pt x="30004" y="9144"/>
                  </a:lnTo>
                  <a:cubicBezTo>
                    <a:pt x="26765" y="5906"/>
                    <a:pt x="24384" y="4953"/>
                    <a:pt x="19907" y="4953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0C4FA75-BF5C-287D-6519-D36BEFA8DEF6}"/>
                </a:ext>
              </a:extLst>
            </p:cNvPr>
            <p:cNvSpPr/>
            <p:nvPr/>
          </p:nvSpPr>
          <p:spPr>
            <a:xfrm>
              <a:off x="10811636" y="697940"/>
              <a:ext cx="43053" cy="54673"/>
            </a:xfrm>
            <a:custGeom>
              <a:avLst/>
              <a:gdLst>
                <a:gd name="connsiteX0" fmla="*/ 32671 w 43053"/>
                <a:gd name="connsiteY0" fmla="*/ 9525 h 54673"/>
                <a:gd name="connsiteX1" fmla="*/ 21622 w 43053"/>
                <a:gd name="connsiteY1" fmla="*/ 4953 h 54673"/>
                <a:gd name="connsiteX2" fmla="*/ 10573 w 43053"/>
                <a:gd name="connsiteY2" fmla="*/ 9525 h 54673"/>
                <a:gd name="connsiteX3" fmla="*/ 5810 w 43053"/>
                <a:gd name="connsiteY3" fmla="*/ 27337 h 54673"/>
                <a:gd name="connsiteX4" fmla="*/ 10573 w 43053"/>
                <a:gd name="connsiteY4" fmla="*/ 45149 h 54673"/>
                <a:gd name="connsiteX5" fmla="*/ 21622 w 43053"/>
                <a:gd name="connsiteY5" fmla="*/ 49721 h 54673"/>
                <a:gd name="connsiteX6" fmla="*/ 32671 w 43053"/>
                <a:gd name="connsiteY6" fmla="*/ 45149 h 54673"/>
                <a:gd name="connsiteX7" fmla="*/ 37433 w 43053"/>
                <a:gd name="connsiteY7" fmla="*/ 27337 h 54673"/>
                <a:gd name="connsiteX8" fmla="*/ 32671 w 43053"/>
                <a:gd name="connsiteY8" fmla="*/ 9525 h 54673"/>
                <a:gd name="connsiteX9" fmla="*/ 36385 w 43053"/>
                <a:gd name="connsiteY9" fmla="*/ 48768 h 54673"/>
                <a:gd name="connsiteX10" fmla="*/ 21526 w 43053"/>
                <a:gd name="connsiteY10" fmla="*/ 54674 h 54673"/>
                <a:gd name="connsiteX11" fmla="*/ 6668 w 43053"/>
                <a:gd name="connsiteY11" fmla="*/ 48768 h 54673"/>
                <a:gd name="connsiteX12" fmla="*/ 0 w 43053"/>
                <a:gd name="connsiteY12" fmla="*/ 27337 h 54673"/>
                <a:gd name="connsiteX13" fmla="*/ 6668 w 43053"/>
                <a:gd name="connsiteY13" fmla="*/ 5906 h 54673"/>
                <a:gd name="connsiteX14" fmla="*/ 21526 w 43053"/>
                <a:gd name="connsiteY14" fmla="*/ 0 h 54673"/>
                <a:gd name="connsiteX15" fmla="*/ 36385 w 43053"/>
                <a:gd name="connsiteY15" fmla="*/ 5906 h 54673"/>
                <a:gd name="connsiteX16" fmla="*/ 43053 w 43053"/>
                <a:gd name="connsiteY16" fmla="*/ 27337 h 54673"/>
                <a:gd name="connsiteX17" fmla="*/ 36385 w 43053"/>
                <a:gd name="connsiteY17" fmla="*/ 48768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053" h="54673">
                  <a:moveTo>
                    <a:pt x="32671" y="9525"/>
                  </a:moveTo>
                  <a:cubicBezTo>
                    <a:pt x="29718" y="6572"/>
                    <a:pt x="25908" y="4953"/>
                    <a:pt x="21622" y="4953"/>
                  </a:cubicBezTo>
                  <a:cubicBezTo>
                    <a:pt x="17335" y="4953"/>
                    <a:pt x="13525" y="6477"/>
                    <a:pt x="10573" y="9525"/>
                  </a:cubicBezTo>
                  <a:cubicBezTo>
                    <a:pt x="6191" y="13907"/>
                    <a:pt x="5810" y="21146"/>
                    <a:pt x="5810" y="27337"/>
                  </a:cubicBezTo>
                  <a:cubicBezTo>
                    <a:pt x="5810" y="33528"/>
                    <a:pt x="6191" y="40767"/>
                    <a:pt x="10573" y="45149"/>
                  </a:cubicBezTo>
                  <a:cubicBezTo>
                    <a:pt x="13525" y="48101"/>
                    <a:pt x="17335" y="49721"/>
                    <a:pt x="21622" y="49721"/>
                  </a:cubicBezTo>
                  <a:cubicBezTo>
                    <a:pt x="25908" y="49721"/>
                    <a:pt x="29718" y="48197"/>
                    <a:pt x="32671" y="45149"/>
                  </a:cubicBezTo>
                  <a:cubicBezTo>
                    <a:pt x="37052" y="40767"/>
                    <a:pt x="37433" y="33528"/>
                    <a:pt x="37433" y="27337"/>
                  </a:cubicBezTo>
                  <a:cubicBezTo>
                    <a:pt x="37433" y="21146"/>
                    <a:pt x="37147" y="13907"/>
                    <a:pt x="32671" y="9525"/>
                  </a:cubicBezTo>
                  <a:moveTo>
                    <a:pt x="36385" y="48768"/>
                  </a:moveTo>
                  <a:cubicBezTo>
                    <a:pt x="32480" y="52673"/>
                    <a:pt x="27622" y="54674"/>
                    <a:pt x="21526" y="54674"/>
                  </a:cubicBezTo>
                  <a:cubicBezTo>
                    <a:pt x="15430" y="54674"/>
                    <a:pt x="10573" y="52673"/>
                    <a:pt x="6668" y="48768"/>
                  </a:cubicBezTo>
                  <a:cubicBezTo>
                    <a:pt x="1048" y="43148"/>
                    <a:pt x="0" y="34957"/>
                    <a:pt x="0" y="27337"/>
                  </a:cubicBezTo>
                  <a:cubicBezTo>
                    <a:pt x="0" y="19717"/>
                    <a:pt x="1048" y="11525"/>
                    <a:pt x="6668" y="5906"/>
                  </a:cubicBezTo>
                  <a:cubicBezTo>
                    <a:pt x="10573" y="2000"/>
                    <a:pt x="15526" y="0"/>
                    <a:pt x="21526" y="0"/>
                  </a:cubicBezTo>
                  <a:cubicBezTo>
                    <a:pt x="27527" y="0"/>
                    <a:pt x="32480" y="2000"/>
                    <a:pt x="36385" y="5906"/>
                  </a:cubicBezTo>
                  <a:cubicBezTo>
                    <a:pt x="42005" y="11525"/>
                    <a:pt x="43053" y="19717"/>
                    <a:pt x="43053" y="27337"/>
                  </a:cubicBezTo>
                  <a:cubicBezTo>
                    <a:pt x="43053" y="34957"/>
                    <a:pt x="42101" y="43148"/>
                    <a:pt x="36385" y="48768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616FCA31-DC7E-59AC-451B-141440A58D93}"/>
                </a:ext>
              </a:extLst>
            </p:cNvPr>
            <p:cNvSpPr/>
            <p:nvPr/>
          </p:nvSpPr>
          <p:spPr>
            <a:xfrm>
              <a:off x="10863833" y="698606"/>
              <a:ext cx="44481" cy="53340"/>
            </a:xfrm>
            <a:custGeom>
              <a:avLst/>
              <a:gdLst>
                <a:gd name="connsiteX0" fmla="*/ 19526 w 44481"/>
                <a:gd name="connsiteY0" fmla="*/ 53340 h 53340"/>
                <a:gd name="connsiteX1" fmla="*/ 0 w 44481"/>
                <a:gd name="connsiteY1" fmla="*/ 0 h 53340"/>
                <a:gd name="connsiteX2" fmla="*/ 6191 w 44481"/>
                <a:gd name="connsiteY2" fmla="*/ 0 h 53340"/>
                <a:gd name="connsiteX3" fmla="*/ 22288 w 44481"/>
                <a:gd name="connsiteY3" fmla="*/ 46673 h 53340"/>
                <a:gd name="connsiteX4" fmla="*/ 38290 w 44481"/>
                <a:gd name="connsiteY4" fmla="*/ 0 h 53340"/>
                <a:gd name="connsiteX5" fmla="*/ 44482 w 44481"/>
                <a:gd name="connsiteY5" fmla="*/ 0 h 53340"/>
                <a:gd name="connsiteX6" fmla="*/ 25051 w 44481"/>
                <a:gd name="connsiteY6" fmla="*/ 53340 h 53340"/>
                <a:gd name="connsiteX7" fmla="*/ 19526 w 44481"/>
                <a:gd name="connsiteY7" fmla="*/ 53340 h 5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481" h="53340">
                  <a:moveTo>
                    <a:pt x="19526" y="53340"/>
                  </a:moveTo>
                  <a:lnTo>
                    <a:pt x="0" y="0"/>
                  </a:lnTo>
                  <a:lnTo>
                    <a:pt x="6191" y="0"/>
                  </a:lnTo>
                  <a:lnTo>
                    <a:pt x="22288" y="46673"/>
                  </a:lnTo>
                  <a:lnTo>
                    <a:pt x="38290" y="0"/>
                  </a:lnTo>
                  <a:lnTo>
                    <a:pt x="44482" y="0"/>
                  </a:lnTo>
                  <a:lnTo>
                    <a:pt x="25051" y="53340"/>
                  </a:lnTo>
                  <a:lnTo>
                    <a:pt x="19526" y="53340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4C776765-9475-0765-80D4-44FCD80DFCAA}"/>
                </a:ext>
              </a:extLst>
            </p:cNvPr>
            <p:cNvSpPr/>
            <p:nvPr/>
          </p:nvSpPr>
          <p:spPr>
            <a:xfrm>
              <a:off x="10917268" y="698035"/>
              <a:ext cx="42671" cy="54673"/>
            </a:xfrm>
            <a:custGeom>
              <a:avLst/>
              <a:gdLst>
                <a:gd name="connsiteX0" fmla="*/ 35242 w 42671"/>
                <a:gd name="connsiteY0" fmla="*/ 13906 h 54673"/>
                <a:gd name="connsiteX1" fmla="*/ 21431 w 42671"/>
                <a:gd name="connsiteY1" fmla="*/ 4953 h 54673"/>
                <a:gd name="connsiteX2" fmla="*/ 7620 w 42671"/>
                <a:gd name="connsiteY2" fmla="*/ 13906 h 54673"/>
                <a:gd name="connsiteX3" fmla="*/ 5715 w 42671"/>
                <a:gd name="connsiteY3" fmla="*/ 24003 h 54673"/>
                <a:gd name="connsiteX4" fmla="*/ 37148 w 42671"/>
                <a:gd name="connsiteY4" fmla="*/ 24003 h 54673"/>
                <a:gd name="connsiteX5" fmla="*/ 35242 w 42671"/>
                <a:gd name="connsiteY5" fmla="*/ 13906 h 54673"/>
                <a:gd name="connsiteX6" fmla="*/ 23050 w 42671"/>
                <a:gd name="connsiteY6" fmla="*/ 49530 h 54673"/>
                <a:gd name="connsiteX7" fmla="*/ 37719 w 42671"/>
                <a:gd name="connsiteY7" fmla="*/ 43148 h 54673"/>
                <a:gd name="connsiteX8" fmla="*/ 41910 w 42671"/>
                <a:gd name="connsiteY8" fmla="*/ 46482 h 54673"/>
                <a:gd name="connsiteX9" fmla="*/ 22669 w 42671"/>
                <a:gd name="connsiteY9" fmla="*/ 54673 h 54673"/>
                <a:gd name="connsiteX10" fmla="*/ 0 w 42671"/>
                <a:gd name="connsiteY10" fmla="*/ 27337 h 54673"/>
                <a:gd name="connsiteX11" fmla="*/ 21336 w 42671"/>
                <a:gd name="connsiteY11" fmla="*/ 0 h 54673"/>
                <a:gd name="connsiteX12" fmla="*/ 42672 w 42671"/>
                <a:gd name="connsiteY12" fmla="*/ 26003 h 54673"/>
                <a:gd name="connsiteX13" fmla="*/ 42672 w 42671"/>
                <a:gd name="connsiteY13" fmla="*/ 28575 h 54673"/>
                <a:gd name="connsiteX14" fmla="*/ 5620 w 42671"/>
                <a:gd name="connsiteY14" fmla="*/ 28575 h 54673"/>
                <a:gd name="connsiteX15" fmla="*/ 22955 w 42671"/>
                <a:gd name="connsiteY15" fmla="*/ 49625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71" h="54673">
                  <a:moveTo>
                    <a:pt x="35242" y="13906"/>
                  </a:moveTo>
                  <a:cubicBezTo>
                    <a:pt x="32956" y="8287"/>
                    <a:pt x="27623" y="4953"/>
                    <a:pt x="21431" y="4953"/>
                  </a:cubicBezTo>
                  <a:cubicBezTo>
                    <a:pt x="15240" y="4953"/>
                    <a:pt x="9906" y="8287"/>
                    <a:pt x="7620" y="13906"/>
                  </a:cubicBezTo>
                  <a:cubicBezTo>
                    <a:pt x="6382" y="17335"/>
                    <a:pt x="6096" y="18764"/>
                    <a:pt x="5715" y="24003"/>
                  </a:cubicBezTo>
                  <a:lnTo>
                    <a:pt x="37148" y="24003"/>
                  </a:lnTo>
                  <a:cubicBezTo>
                    <a:pt x="36767" y="18955"/>
                    <a:pt x="36671" y="17145"/>
                    <a:pt x="35242" y="13906"/>
                  </a:cubicBezTo>
                  <a:moveTo>
                    <a:pt x="23050" y="49530"/>
                  </a:moveTo>
                  <a:cubicBezTo>
                    <a:pt x="29337" y="49530"/>
                    <a:pt x="33242" y="47625"/>
                    <a:pt x="37719" y="43148"/>
                  </a:cubicBezTo>
                  <a:lnTo>
                    <a:pt x="41910" y="46482"/>
                  </a:lnTo>
                  <a:cubicBezTo>
                    <a:pt x="36481" y="51911"/>
                    <a:pt x="31528" y="54673"/>
                    <a:pt x="22669" y="54673"/>
                  </a:cubicBezTo>
                  <a:cubicBezTo>
                    <a:pt x="8001" y="54673"/>
                    <a:pt x="0" y="45148"/>
                    <a:pt x="0" y="27337"/>
                  </a:cubicBezTo>
                  <a:cubicBezTo>
                    <a:pt x="0" y="9525"/>
                    <a:pt x="8001" y="0"/>
                    <a:pt x="21336" y="0"/>
                  </a:cubicBezTo>
                  <a:cubicBezTo>
                    <a:pt x="34671" y="0"/>
                    <a:pt x="42672" y="9620"/>
                    <a:pt x="42672" y="26003"/>
                  </a:cubicBezTo>
                  <a:lnTo>
                    <a:pt x="42672" y="28575"/>
                  </a:lnTo>
                  <a:lnTo>
                    <a:pt x="5620" y="28575"/>
                  </a:lnTo>
                  <a:cubicBezTo>
                    <a:pt x="5620" y="42196"/>
                    <a:pt x="11621" y="49625"/>
                    <a:pt x="22955" y="49625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868A70-8E70-0D29-13D5-2EFAC53AF6CB}"/>
                </a:ext>
              </a:extLst>
            </p:cNvPr>
            <p:cNvSpPr/>
            <p:nvPr/>
          </p:nvSpPr>
          <p:spPr>
            <a:xfrm>
              <a:off x="10977371" y="697940"/>
              <a:ext cx="41052" cy="54006"/>
            </a:xfrm>
            <a:custGeom>
              <a:avLst/>
              <a:gdLst>
                <a:gd name="connsiteX0" fmla="*/ 35433 w 41052"/>
                <a:gd name="connsiteY0" fmla="*/ 20955 h 54006"/>
                <a:gd name="connsiteX1" fmla="*/ 20669 w 41052"/>
                <a:gd name="connsiteY1" fmla="*/ 5048 h 54006"/>
                <a:gd name="connsiteX2" fmla="*/ 5620 w 41052"/>
                <a:gd name="connsiteY2" fmla="*/ 20955 h 54006"/>
                <a:gd name="connsiteX3" fmla="*/ 5620 w 41052"/>
                <a:gd name="connsiteY3" fmla="*/ 54007 h 54006"/>
                <a:gd name="connsiteX4" fmla="*/ 0 w 41052"/>
                <a:gd name="connsiteY4" fmla="*/ 54007 h 54006"/>
                <a:gd name="connsiteX5" fmla="*/ 0 w 41052"/>
                <a:gd name="connsiteY5" fmla="*/ 667 h 54006"/>
                <a:gd name="connsiteX6" fmla="*/ 5620 w 41052"/>
                <a:gd name="connsiteY6" fmla="*/ 667 h 54006"/>
                <a:gd name="connsiteX7" fmla="*/ 5620 w 41052"/>
                <a:gd name="connsiteY7" fmla="*/ 6953 h 54006"/>
                <a:gd name="connsiteX8" fmla="*/ 21336 w 41052"/>
                <a:gd name="connsiteY8" fmla="*/ 0 h 54006"/>
                <a:gd name="connsiteX9" fmla="*/ 35528 w 41052"/>
                <a:gd name="connsiteY9" fmla="*/ 5048 h 54006"/>
                <a:gd name="connsiteX10" fmla="*/ 41053 w 41052"/>
                <a:gd name="connsiteY10" fmla="*/ 19907 h 54006"/>
                <a:gd name="connsiteX11" fmla="*/ 41053 w 41052"/>
                <a:gd name="connsiteY11" fmla="*/ 54007 h 54006"/>
                <a:gd name="connsiteX12" fmla="*/ 35433 w 41052"/>
                <a:gd name="connsiteY12" fmla="*/ 54007 h 54006"/>
                <a:gd name="connsiteX13" fmla="*/ 35433 w 41052"/>
                <a:gd name="connsiteY13" fmla="*/ 20955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052" h="54006">
                  <a:moveTo>
                    <a:pt x="35433" y="20955"/>
                  </a:moveTo>
                  <a:cubicBezTo>
                    <a:pt x="35433" y="10668"/>
                    <a:pt x="30385" y="5048"/>
                    <a:pt x="20669" y="5048"/>
                  </a:cubicBezTo>
                  <a:cubicBezTo>
                    <a:pt x="10954" y="5048"/>
                    <a:pt x="5620" y="10763"/>
                    <a:pt x="5620" y="20955"/>
                  </a:cubicBezTo>
                  <a:lnTo>
                    <a:pt x="5620" y="54007"/>
                  </a:lnTo>
                  <a:lnTo>
                    <a:pt x="0" y="54007"/>
                  </a:lnTo>
                  <a:lnTo>
                    <a:pt x="0" y="667"/>
                  </a:lnTo>
                  <a:lnTo>
                    <a:pt x="5620" y="667"/>
                  </a:lnTo>
                  <a:lnTo>
                    <a:pt x="5620" y="6953"/>
                  </a:lnTo>
                  <a:cubicBezTo>
                    <a:pt x="9620" y="2286"/>
                    <a:pt x="14764" y="0"/>
                    <a:pt x="21336" y="0"/>
                  </a:cubicBezTo>
                  <a:cubicBezTo>
                    <a:pt x="27242" y="0"/>
                    <a:pt x="31909" y="1619"/>
                    <a:pt x="35528" y="5048"/>
                  </a:cubicBezTo>
                  <a:cubicBezTo>
                    <a:pt x="39148" y="8573"/>
                    <a:pt x="41053" y="13526"/>
                    <a:pt x="41053" y="19907"/>
                  </a:cubicBezTo>
                  <a:lnTo>
                    <a:pt x="41053" y="54007"/>
                  </a:lnTo>
                  <a:lnTo>
                    <a:pt x="35433" y="54007"/>
                  </a:lnTo>
                  <a:lnTo>
                    <a:pt x="35433" y="20955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C527C909-42D1-EDD0-168F-B47CE64E5DAA}"/>
                </a:ext>
              </a:extLst>
            </p:cNvPr>
            <p:cNvSpPr/>
            <p:nvPr/>
          </p:nvSpPr>
          <p:spPr>
            <a:xfrm>
              <a:off x="11068716" y="673270"/>
              <a:ext cx="52577" cy="78771"/>
            </a:xfrm>
            <a:custGeom>
              <a:avLst/>
              <a:gdLst>
                <a:gd name="connsiteX0" fmla="*/ 28289 w 52577"/>
                <a:gd name="connsiteY0" fmla="*/ 5239 h 78771"/>
                <a:gd name="connsiteX1" fmla="*/ 6001 w 52577"/>
                <a:gd name="connsiteY1" fmla="*/ 5239 h 78771"/>
                <a:gd name="connsiteX2" fmla="*/ 6001 w 52577"/>
                <a:gd name="connsiteY2" fmla="*/ 40005 h 78771"/>
                <a:gd name="connsiteX3" fmla="*/ 28289 w 52577"/>
                <a:gd name="connsiteY3" fmla="*/ 40005 h 78771"/>
                <a:gd name="connsiteX4" fmla="*/ 46768 w 52577"/>
                <a:gd name="connsiteY4" fmla="*/ 22670 h 78771"/>
                <a:gd name="connsiteX5" fmla="*/ 28289 w 52577"/>
                <a:gd name="connsiteY5" fmla="*/ 5334 h 78771"/>
                <a:gd name="connsiteX6" fmla="*/ 28956 w 52577"/>
                <a:gd name="connsiteY6" fmla="*/ 45339 h 78771"/>
                <a:gd name="connsiteX7" fmla="*/ 6001 w 52577"/>
                <a:gd name="connsiteY7" fmla="*/ 45339 h 78771"/>
                <a:gd name="connsiteX8" fmla="*/ 6001 w 52577"/>
                <a:gd name="connsiteY8" fmla="*/ 78772 h 78771"/>
                <a:gd name="connsiteX9" fmla="*/ 0 w 52577"/>
                <a:gd name="connsiteY9" fmla="*/ 78772 h 78771"/>
                <a:gd name="connsiteX10" fmla="*/ 0 w 52577"/>
                <a:gd name="connsiteY10" fmla="*/ 0 h 78771"/>
                <a:gd name="connsiteX11" fmla="*/ 28861 w 52577"/>
                <a:gd name="connsiteY11" fmla="*/ 0 h 78771"/>
                <a:gd name="connsiteX12" fmla="*/ 52578 w 52577"/>
                <a:gd name="connsiteY12" fmla="*/ 22670 h 78771"/>
                <a:gd name="connsiteX13" fmla="*/ 28861 w 52577"/>
                <a:gd name="connsiteY13" fmla="*/ 45339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77" h="78771">
                  <a:moveTo>
                    <a:pt x="28289" y="5239"/>
                  </a:moveTo>
                  <a:lnTo>
                    <a:pt x="6001" y="5239"/>
                  </a:lnTo>
                  <a:lnTo>
                    <a:pt x="6001" y="40005"/>
                  </a:lnTo>
                  <a:lnTo>
                    <a:pt x="28289" y="40005"/>
                  </a:lnTo>
                  <a:cubicBezTo>
                    <a:pt x="39243" y="40005"/>
                    <a:pt x="46768" y="34481"/>
                    <a:pt x="46768" y="22670"/>
                  </a:cubicBezTo>
                  <a:cubicBezTo>
                    <a:pt x="46768" y="10859"/>
                    <a:pt x="39243" y="5334"/>
                    <a:pt x="28289" y="5334"/>
                  </a:cubicBezTo>
                  <a:moveTo>
                    <a:pt x="28956" y="45339"/>
                  </a:moveTo>
                  <a:lnTo>
                    <a:pt x="6001" y="45339"/>
                  </a:lnTo>
                  <a:lnTo>
                    <a:pt x="6001" y="78772"/>
                  </a:lnTo>
                  <a:lnTo>
                    <a:pt x="0" y="78772"/>
                  </a:lnTo>
                  <a:lnTo>
                    <a:pt x="0" y="0"/>
                  </a:lnTo>
                  <a:lnTo>
                    <a:pt x="28861" y="0"/>
                  </a:lnTo>
                  <a:cubicBezTo>
                    <a:pt x="42481" y="0"/>
                    <a:pt x="52578" y="8192"/>
                    <a:pt x="52578" y="22670"/>
                  </a:cubicBezTo>
                  <a:cubicBezTo>
                    <a:pt x="52578" y="37148"/>
                    <a:pt x="42386" y="45339"/>
                    <a:pt x="28861" y="45339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68DE0D76-F578-E9E2-FB80-8EF2DDA80012}"/>
                </a:ext>
              </a:extLst>
            </p:cNvPr>
            <p:cNvSpPr/>
            <p:nvPr/>
          </p:nvSpPr>
          <p:spPr>
            <a:xfrm>
              <a:off x="11137486" y="697940"/>
              <a:ext cx="34099" cy="54006"/>
            </a:xfrm>
            <a:custGeom>
              <a:avLst/>
              <a:gdLst>
                <a:gd name="connsiteX0" fmla="*/ 19907 w 34099"/>
                <a:gd name="connsiteY0" fmla="*/ 5048 h 54006"/>
                <a:gd name="connsiteX1" fmla="*/ 5620 w 34099"/>
                <a:gd name="connsiteY1" fmla="*/ 21146 h 54006"/>
                <a:gd name="connsiteX2" fmla="*/ 5620 w 34099"/>
                <a:gd name="connsiteY2" fmla="*/ 54007 h 54006"/>
                <a:gd name="connsiteX3" fmla="*/ 0 w 34099"/>
                <a:gd name="connsiteY3" fmla="*/ 54007 h 54006"/>
                <a:gd name="connsiteX4" fmla="*/ 0 w 34099"/>
                <a:gd name="connsiteY4" fmla="*/ 667 h 54006"/>
                <a:gd name="connsiteX5" fmla="*/ 5620 w 34099"/>
                <a:gd name="connsiteY5" fmla="*/ 667 h 54006"/>
                <a:gd name="connsiteX6" fmla="*/ 5620 w 34099"/>
                <a:gd name="connsiteY6" fmla="*/ 7715 h 54006"/>
                <a:gd name="connsiteX7" fmla="*/ 21241 w 34099"/>
                <a:gd name="connsiteY7" fmla="*/ 0 h 54006"/>
                <a:gd name="connsiteX8" fmla="*/ 34099 w 34099"/>
                <a:gd name="connsiteY8" fmla="*/ 5048 h 54006"/>
                <a:gd name="connsiteX9" fmla="*/ 30004 w 34099"/>
                <a:gd name="connsiteY9" fmla="*/ 9144 h 54006"/>
                <a:gd name="connsiteX10" fmla="*/ 19907 w 34099"/>
                <a:gd name="connsiteY10" fmla="*/ 4953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99" h="54006">
                  <a:moveTo>
                    <a:pt x="19907" y="5048"/>
                  </a:moveTo>
                  <a:cubicBezTo>
                    <a:pt x="10763" y="5048"/>
                    <a:pt x="5620" y="12668"/>
                    <a:pt x="5620" y="21146"/>
                  </a:cubicBezTo>
                  <a:lnTo>
                    <a:pt x="5620" y="54007"/>
                  </a:lnTo>
                  <a:lnTo>
                    <a:pt x="0" y="54007"/>
                  </a:lnTo>
                  <a:lnTo>
                    <a:pt x="0" y="667"/>
                  </a:lnTo>
                  <a:lnTo>
                    <a:pt x="5620" y="667"/>
                  </a:lnTo>
                  <a:lnTo>
                    <a:pt x="5620" y="7715"/>
                  </a:lnTo>
                  <a:cubicBezTo>
                    <a:pt x="8668" y="2762"/>
                    <a:pt x="14954" y="0"/>
                    <a:pt x="21241" y="0"/>
                  </a:cubicBezTo>
                  <a:cubicBezTo>
                    <a:pt x="26384" y="0"/>
                    <a:pt x="30194" y="1238"/>
                    <a:pt x="34099" y="5048"/>
                  </a:cubicBezTo>
                  <a:lnTo>
                    <a:pt x="30004" y="9144"/>
                  </a:lnTo>
                  <a:cubicBezTo>
                    <a:pt x="26765" y="5906"/>
                    <a:pt x="24384" y="4953"/>
                    <a:pt x="19907" y="4953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914F395A-583A-FBD6-12AE-3F4787CD45FC}"/>
                </a:ext>
              </a:extLst>
            </p:cNvPr>
            <p:cNvSpPr/>
            <p:nvPr/>
          </p:nvSpPr>
          <p:spPr>
            <a:xfrm>
              <a:off x="11180253" y="697940"/>
              <a:ext cx="42957" cy="54673"/>
            </a:xfrm>
            <a:custGeom>
              <a:avLst/>
              <a:gdLst>
                <a:gd name="connsiteX0" fmla="*/ 32480 w 42957"/>
                <a:gd name="connsiteY0" fmla="*/ 9525 h 54673"/>
                <a:gd name="connsiteX1" fmla="*/ 21431 w 42957"/>
                <a:gd name="connsiteY1" fmla="*/ 4953 h 54673"/>
                <a:gd name="connsiteX2" fmla="*/ 10382 w 42957"/>
                <a:gd name="connsiteY2" fmla="*/ 9525 h 54673"/>
                <a:gd name="connsiteX3" fmla="*/ 5620 w 42957"/>
                <a:gd name="connsiteY3" fmla="*/ 27337 h 54673"/>
                <a:gd name="connsiteX4" fmla="*/ 10382 w 42957"/>
                <a:gd name="connsiteY4" fmla="*/ 45149 h 54673"/>
                <a:gd name="connsiteX5" fmla="*/ 21431 w 42957"/>
                <a:gd name="connsiteY5" fmla="*/ 49721 h 54673"/>
                <a:gd name="connsiteX6" fmla="*/ 32480 w 42957"/>
                <a:gd name="connsiteY6" fmla="*/ 45149 h 54673"/>
                <a:gd name="connsiteX7" fmla="*/ 37243 w 42957"/>
                <a:gd name="connsiteY7" fmla="*/ 27337 h 54673"/>
                <a:gd name="connsiteX8" fmla="*/ 32480 w 42957"/>
                <a:gd name="connsiteY8" fmla="*/ 9525 h 54673"/>
                <a:gd name="connsiteX9" fmla="*/ 36290 w 42957"/>
                <a:gd name="connsiteY9" fmla="*/ 48768 h 54673"/>
                <a:gd name="connsiteX10" fmla="*/ 21431 w 42957"/>
                <a:gd name="connsiteY10" fmla="*/ 54674 h 54673"/>
                <a:gd name="connsiteX11" fmla="*/ 6667 w 42957"/>
                <a:gd name="connsiteY11" fmla="*/ 48768 h 54673"/>
                <a:gd name="connsiteX12" fmla="*/ 0 w 42957"/>
                <a:gd name="connsiteY12" fmla="*/ 27337 h 54673"/>
                <a:gd name="connsiteX13" fmla="*/ 6667 w 42957"/>
                <a:gd name="connsiteY13" fmla="*/ 5906 h 54673"/>
                <a:gd name="connsiteX14" fmla="*/ 21431 w 42957"/>
                <a:gd name="connsiteY14" fmla="*/ 0 h 54673"/>
                <a:gd name="connsiteX15" fmla="*/ 36290 w 42957"/>
                <a:gd name="connsiteY15" fmla="*/ 5906 h 54673"/>
                <a:gd name="connsiteX16" fmla="*/ 42958 w 42957"/>
                <a:gd name="connsiteY16" fmla="*/ 27337 h 54673"/>
                <a:gd name="connsiteX17" fmla="*/ 36290 w 42957"/>
                <a:gd name="connsiteY17" fmla="*/ 48768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57" h="54673">
                  <a:moveTo>
                    <a:pt x="32480" y="9525"/>
                  </a:moveTo>
                  <a:cubicBezTo>
                    <a:pt x="29527" y="6572"/>
                    <a:pt x="25717" y="4953"/>
                    <a:pt x="21431" y="4953"/>
                  </a:cubicBezTo>
                  <a:cubicBezTo>
                    <a:pt x="17145" y="4953"/>
                    <a:pt x="13335" y="6477"/>
                    <a:pt x="10382" y="9525"/>
                  </a:cubicBezTo>
                  <a:cubicBezTo>
                    <a:pt x="5905" y="13907"/>
                    <a:pt x="5620" y="21146"/>
                    <a:pt x="5620" y="27337"/>
                  </a:cubicBezTo>
                  <a:cubicBezTo>
                    <a:pt x="5620" y="33528"/>
                    <a:pt x="5905" y="40767"/>
                    <a:pt x="10382" y="45149"/>
                  </a:cubicBezTo>
                  <a:cubicBezTo>
                    <a:pt x="13335" y="48101"/>
                    <a:pt x="17145" y="49721"/>
                    <a:pt x="21431" y="49721"/>
                  </a:cubicBezTo>
                  <a:cubicBezTo>
                    <a:pt x="25717" y="49721"/>
                    <a:pt x="29527" y="48197"/>
                    <a:pt x="32480" y="45149"/>
                  </a:cubicBezTo>
                  <a:cubicBezTo>
                    <a:pt x="36862" y="40767"/>
                    <a:pt x="37243" y="33528"/>
                    <a:pt x="37243" y="27337"/>
                  </a:cubicBezTo>
                  <a:cubicBezTo>
                    <a:pt x="37243" y="21146"/>
                    <a:pt x="36862" y="13907"/>
                    <a:pt x="32480" y="9525"/>
                  </a:cubicBezTo>
                  <a:moveTo>
                    <a:pt x="36290" y="48768"/>
                  </a:moveTo>
                  <a:cubicBezTo>
                    <a:pt x="32385" y="52673"/>
                    <a:pt x="27527" y="54674"/>
                    <a:pt x="21431" y="54674"/>
                  </a:cubicBezTo>
                  <a:cubicBezTo>
                    <a:pt x="15335" y="54674"/>
                    <a:pt x="10477" y="52673"/>
                    <a:pt x="6667" y="48768"/>
                  </a:cubicBezTo>
                  <a:cubicBezTo>
                    <a:pt x="1048" y="43148"/>
                    <a:pt x="0" y="34957"/>
                    <a:pt x="0" y="27337"/>
                  </a:cubicBezTo>
                  <a:cubicBezTo>
                    <a:pt x="0" y="19717"/>
                    <a:pt x="1048" y="11525"/>
                    <a:pt x="6667" y="5906"/>
                  </a:cubicBezTo>
                  <a:cubicBezTo>
                    <a:pt x="10573" y="2000"/>
                    <a:pt x="15526" y="0"/>
                    <a:pt x="21431" y="0"/>
                  </a:cubicBezTo>
                  <a:cubicBezTo>
                    <a:pt x="27337" y="0"/>
                    <a:pt x="32385" y="2000"/>
                    <a:pt x="36290" y="5906"/>
                  </a:cubicBezTo>
                  <a:cubicBezTo>
                    <a:pt x="41910" y="11525"/>
                    <a:pt x="42958" y="19717"/>
                    <a:pt x="42958" y="27337"/>
                  </a:cubicBezTo>
                  <a:cubicBezTo>
                    <a:pt x="42958" y="34957"/>
                    <a:pt x="42005" y="43148"/>
                    <a:pt x="36290" y="48768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98100A40-55C0-E98E-FF8B-7DBA175D247F}"/>
                </a:ext>
              </a:extLst>
            </p:cNvPr>
            <p:cNvSpPr/>
            <p:nvPr/>
          </p:nvSpPr>
          <p:spPr>
            <a:xfrm>
              <a:off x="11238451" y="673175"/>
              <a:ext cx="41338" cy="79438"/>
            </a:xfrm>
            <a:custGeom>
              <a:avLst/>
              <a:gdLst>
                <a:gd name="connsiteX0" fmla="*/ 20669 w 41338"/>
                <a:gd name="connsiteY0" fmla="*/ 29813 h 79438"/>
                <a:gd name="connsiteX1" fmla="*/ 5620 w 41338"/>
                <a:gd name="connsiteY1" fmla="*/ 52102 h 79438"/>
                <a:gd name="connsiteX2" fmla="*/ 20669 w 41338"/>
                <a:gd name="connsiteY2" fmla="*/ 74486 h 79438"/>
                <a:gd name="connsiteX3" fmla="*/ 35719 w 41338"/>
                <a:gd name="connsiteY3" fmla="*/ 52102 h 79438"/>
                <a:gd name="connsiteX4" fmla="*/ 20669 w 41338"/>
                <a:gd name="connsiteY4" fmla="*/ 29813 h 79438"/>
                <a:gd name="connsiteX5" fmla="*/ 35719 w 41338"/>
                <a:gd name="connsiteY5" fmla="*/ 71914 h 79438"/>
                <a:gd name="connsiteX6" fmla="*/ 19907 w 41338"/>
                <a:gd name="connsiteY6" fmla="*/ 79439 h 79438"/>
                <a:gd name="connsiteX7" fmla="*/ 6858 w 41338"/>
                <a:gd name="connsiteY7" fmla="*/ 74771 h 79438"/>
                <a:gd name="connsiteX8" fmla="*/ 0 w 41338"/>
                <a:gd name="connsiteY8" fmla="*/ 52102 h 79438"/>
                <a:gd name="connsiteX9" fmla="*/ 6858 w 41338"/>
                <a:gd name="connsiteY9" fmla="*/ 29432 h 79438"/>
                <a:gd name="connsiteX10" fmla="*/ 19907 w 41338"/>
                <a:gd name="connsiteY10" fmla="*/ 24765 h 79438"/>
                <a:gd name="connsiteX11" fmla="*/ 35719 w 41338"/>
                <a:gd name="connsiteY11" fmla="*/ 32290 h 79438"/>
                <a:gd name="connsiteX12" fmla="*/ 35719 w 41338"/>
                <a:gd name="connsiteY12" fmla="*/ 0 h 79438"/>
                <a:gd name="connsiteX13" fmla="*/ 41338 w 41338"/>
                <a:gd name="connsiteY13" fmla="*/ 0 h 79438"/>
                <a:gd name="connsiteX14" fmla="*/ 41338 w 41338"/>
                <a:gd name="connsiteY14" fmla="*/ 78772 h 79438"/>
                <a:gd name="connsiteX15" fmla="*/ 35719 w 41338"/>
                <a:gd name="connsiteY15" fmla="*/ 78772 h 79438"/>
                <a:gd name="connsiteX16" fmla="*/ 35719 w 41338"/>
                <a:gd name="connsiteY16" fmla="*/ 71914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38" h="79438">
                  <a:moveTo>
                    <a:pt x="20669" y="29813"/>
                  </a:moveTo>
                  <a:cubicBezTo>
                    <a:pt x="7620" y="29813"/>
                    <a:pt x="5620" y="41053"/>
                    <a:pt x="5620" y="52102"/>
                  </a:cubicBezTo>
                  <a:cubicBezTo>
                    <a:pt x="5620" y="63151"/>
                    <a:pt x="7620" y="74486"/>
                    <a:pt x="20669" y="74486"/>
                  </a:cubicBezTo>
                  <a:cubicBezTo>
                    <a:pt x="33719" y="74486"/>
                    <a:pt x="35719" y="63246"/>
                    <a:pt x="35719" y="52102"/>
                  </a:cubicBezTo>
                  <a:cubicBezTo>
                    <a:pt x="35719" y="40957"/>
                    <a:pt x="33719" y="29813"/>
                    <a:pt x="20669" y="29813"/>
                  </a:cubicBezTo>
                  <a:moveTo>
                    <a:pt x="35719" y="71914"/>
                  </a:moveTo>
                  <a:cubicBezTo>
                    <a:pt x="30956" y="78105"/>
                    <a:pt x="26003" y="79439"/>
                    <a:pt x="19907" y="79439"/>
                  </a:cubicBezTo>
                  <a:cubicBezTo>
                    <a:pt x="14288" y="79439"/>
                    <a:pt x="9620" y="77533"/>
                    <a:pt x="6858" y="74771"/>
                  </a:cubicBezTo>
                  <a:cubicBezTo>
                    <a:pt x="1429" y="69342"/>
                    <a:pt x="0" y="60484"/>
                    <a:pt x="0" y="52102"/>
                  </a:cubicBezTo>
                  <a:cubicBezTo>
                    <a:pt x="0" y="43720"/>
                    <a:pt x="1429" y="34862"/>
                    <a:pt x="6858" y="29432"/>
                  </a:cubicBezTo>
                  <a:cubicBezTo>
                    <a:pt x="9620" y="26670"/>
                    <a:pt x="14288" y="24765"/>
                    <a:pt x="19907" y="24765"/>
                  </a:cubicBezTo>
                  <a:cubicBezTo>
                    <a:pt x="26003" y="24765"/>
                    <a:pt x="30956" y="26099"/>
                    <a:pt x="35719" y="32290"/>
                  </a:cubicBezTo>
                  <a:lnTo>
                    <a:pt x="35719" y="0"/>
                  </a:lnTo>
                  <a:lnTo>
                    <a:pt x="41338" y="0"/>
                  </a:lnTo>
                  <a:lnTo>
                    <a:pt x="41338" y="78772"/>
                  </a:lnTo>
                  <a:lnTo>
                    <a:pt x="35719" y="78772"/>
                  </a:lnTo>
                  <a:lnTo>
                    <a:pt x="35719" y="71914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643DFF2-0797-261A-B231-9803ADC78C2B}"/>
                </a:ext>
              </a:extLst>
            </p:cNvPr>
            <p:cNvSpPr/>
            <p:nvPr/>
          </p:nvSpPr>
          <p:spPr>
            <a:xfrm>
              <a:off x="11299602" y="698511"/>
              <a:ext cx="40957" cy="54102"/>
            </a:xfrm>
            <a:custGeom>
              <a:avLst/>
              <a:gdLst>
                <a:gd name="connsiteX0" fmla="*/ 35433 w 40957"/>
                <a:gd name="connsiteY0" fmla="*/ 47149 h 54102"/>
                <a:gd name="connsiteX1" fmla="*/ 19717 w 40957"/>
                <a:gd name="connsiteY1" fmla="*/ 54102 h 54102"/>
                <a:gd name="connsiteX2" fmla="*/ 5525 w 40957"/>
                <a:gd name="connsiteY2" fmla="*/ 48958 h 54102"/>
                <a:gd name="connsiteX3" fmla="*/ 0 w 40957"/>
                <a:gd name="connsiteY3" fmla="*/ 34100 h 54102"/>
                <a:gd name="connsiteX4" fmla="*/ 0 w 40957"/>
                <a:gd name="connsiteY4" fmla="*/ 0 h 54102"/>
                <a:gd name="connsiteX5" fmla="*/ 5620 w 40957"/>
                <a:gd name="connsiteY5" fmla="*/ 0 h 54102"/>
                <a:gd name="connsiteX6" fmla="*/ 5620 w 40957"/>
                <a:gd name="connsiteY6" fmla="*/ 33052 h 54102"/>
                <a:gd name="connsiteX7" fmla="*/ 20288 w 40957"/>
                <a:gd name="connsiteY7" fmla="*/ 48958 h 54102"/>
                <a:gd name="connsiteX8" fmla="*/ 35338 w 40957"/>
                <a:gd name="connsiteY8" fmla="*/ 33052 h 54102"/>
                <a:gd name="connsiteX9" fmla="*/ 35338 w 40957"/>
                <a:gd name="connsiteY9" fmla="*/ 0 h 54102"/>
                <a:gd name="connsiteX10" fmla="*/ 40958 w 40957"/>
                <a:gd name="connsiteY10" fmla="*/ 0 h 54102"/>
                <a:gd name="connsiteX11" fmla="*/ 40958 w 40957"/>
                <a:gd name="connsiteY11" fmla="*/ 53340 h 54102"/>
                <a:gd name="connsiteX12" fmla="*/ 35338 w 40957"/>
                <a:gd name="connsiteY12" fmla="*/ 53340 h 54102"/>
                <a:gd name="connsiteX13" fmla="*/ 35338 w 40957"/>
                <a:gd name="connsiteY13" fmla="*/ 47053 h 54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957" h="54102">
                  <a:moveTo>
                    <a:pt x="35433" y="47149"/>
                  </a:moveTo>
                  <a:cubicBezTo>
                    <a:pt x="31433" y="51816"/>
                    <a:pt x="26289" y="54102"/>
                    <a:pt x="19717" y="54102"/>
                  </a:cubicBezTo>
                  <a:cubicBezTo>
                    <a:pt x="13811" y="54102"/>
                    <a:pt x="9049" y="52388"/>
                    <a:pt x="5525" y="48958"/>
                  </a:cubicBezTo>
                  <a:cubicBezTo>
                    <a:pt x="1905" y="45434"/>
                    <a:pt x="0" y="40481"/>
                    <a:pt x="0" y="34100"/>
                  </a:cubicBezTo>
                  <a:lnTo>
                    <a:pt x="0" y="0"/>
                  </a:lnTo>
                  <a:lnTo>
                    <a:pt x="5620" y="0"/>
                  </a:lnTo>
                  <a:lnTo>
                    <a:pt x="5620" y="33052"/>
                  </a:lnTo>
                  <a:cubicBezTo>
                    <a:pt x="5620" y="43339"/>
                    <a:pt x="10668" y="48958"/>
                    <a:pt x="20288" y="48958"/>
                  </a:cubicBezTo>
                  <a:cubicBezTo>
                    <a:pt x="29908" y="48958"/>
                    <a:pt x="35338" y="43244"/>
                    <a:pt x="35338" y="33052"/>
                  </a:cubicBezTo>
                  <a:lnTo>
                    <a:pt x="35338" y="0"/>
                  </a:lnTo>
                  <a:lnTo>
                    <a:pt x="40958" y="0"/>
                  </a:lnTo>
                  <a:lnTo>
                    <a:pt x="40958" y="53340"/>
                  </a:lnTo>
                  <a:lnTo>
                    <a:pt x="35338" y="53340"/>
                  </a:lnTo>
                  <a:lnTo>
                    <a:pt x="35338" y="47053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6B42DEE4-D16C-C76A-706A-41138BCC9112}"/>
                </a:ext>
              </a:extLst>
            </p:cNvPr>
            <p:cNvSpPr/>
            <p:nvPr/>
          </p:nvSpPr>
          <p:spPr>
            <a:xfrm>
              <a:off x="11358371" y="697940"/>
              <a:ext cx="41052" cy="54673"/>
            </a:xfrm>
            <a:custGeom>
              <a:avLst/>
              <a:gdLst>
                <a:gd name="connsiteX0" fmla="*/ 23431 w 41052"/>
                <a:gd name="connsiteY0" fmla="*/ 54674 h 54673"/>
                <a:gd name="connsiteX1" fmla="*/ 0 w 41052"/>
                <a:gd name="connsiteY1" fmla="*/ 27337 h 54673"/>
                <a:gd name="connsiteX2" fmla="*/ 23431 w 41052"/>
                <a:gd name="connsiteY2" fmla="*/ 0 h 54673"/>
                <a:gd name="connsiteX3" fmla="*/ 41053 w 41052"/>
                <a:gd name="connsiteY3" fmla="*/ 8192 h 54673"/>
                <a:gd name="connsiteX4" fmla="*/ 37148 w 41052"/>
                <a:gd name="connsiteY4" fmla="*/ 11716 h 54673"/>
                <a:gd name="connsiteX5" fmla="*/ 23431 w 41052"/>
                <a:gd name="connsiteY5" fmla="*/ 4953 h 54673"/>
                <a:gd name="connsiteX6" fmla="*/ 9239 w 41052"/>
                <a:gd name="connsiteY6" fmla="*/ 12002 h 54673"/>
                <a:gd name="connsiteX7" fmla="*/ 5620 w 41052"/>
                <a:gd name="connsiteY7" fmla="*/ 27242 h 54673"/>
                <a:gd name="connsiteX8" fmla="*/ 9239 w 41052"/>
                <a:gd name="connsiteY8" fmla="*/ 42482 h 54673"/>
                <a:gd name="connsiteX9" fmla="*/ 23431 w 41052"/>
                <a:gd name="connsiteY9" fmla="*/ 49530 h 54673"/>
                <a:gd name="connsiteX10" fmla="*/ 37148 w 41052"/>
                <a:gd name="connsiteY10" fmla="*/ 42767 h 54673"/>
                <a:gd name="connsiteX11" fmla="*/ 41053 w 41052"/>
                <a:gd name="connsiteY11" fmla="*/ 46292 h 54673"/>
                <a:gd name="connsiteX12" fmla="*/ 23431 w 41052"/>
                <a:gd name="connsiteY12" fmla="*/ 54483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052" h="54673">
                  <a:moveTo>
                    <a:pt x="23431" y="54674"/>
                  </a:moveTo>
                  <a:cubicBezTo>
                    <a:pt x="8858" y="54674"/>
                    <a:pt x="0" y="44291"/>
                    <a:pt x="0" y="27337"/>
                  </a:cubicBezTo>
                  <a:cubicBezTo>
                    <a:pt x="0" y="10382"/>
                    <a:pt x="8858" y="0"/>
                    <a:pt x="23431" y="0"/>
                  </a:cubicBezTo>
                  <a:cubicBezTo>
                    <a:pt x="30766" y="0"/>
                    <a:pt x="35338" y="1905"/>
                    <a:pt x="41053" y="8192"/>
                  </a:cubicBezTo>
                  <a:lnTo>
                    <a:pt x="37148" y="11716"/>
                  </a:lnTo>
                  <a:cubicBezTo>
                    <a:pt x="32575" y="6668"/>
                    <a:pt x="29051" y="4953"/>
                    <a:pt x="23431" y="4953"/>
                  </a:cubicBezTo>
                  <a:cubicBezTo>
                    <a:pt x="17335" y="4953"/>
                    <a:pt x="12478" y="7239"/>
                    <a:pt x="9239" y="12002"/>
                  </a:cubicBezTo>
                  <a:cubicBezTo>
                    <a:pt x="6572" y="15907"/>
                    <a:pt x="5620" y="20098"/>
                    <a:pt x="5620" y="27242"/>
                  </a:cubicBezTo>
                  <a:cubicBezTo>
                    <a:pt x="5620" y="34385"/>
                    <a:pt x="6572" y="38672"/>
                    <a:pt x="9239" y="42482"/>
                  </a:cubicBezTo>
                  <a:cubicBezTo>
                    <a:pt x="12383" y="47244"/>
                    <a:pt x="17335" y="49530"/>
                    <a:pt x="23431" y="49530"/>
                  </a:cubicBezTo>
                  <a:cubicBezTo>
                    <a:pt x="29051" y="49530"/>
                    <a:pt x="32575" y="47720"/>
                    <a:pt x="37148" y="42767"/>
                  </a:cubicBezTo>
                  <a:lnTo>
                    <a:pt x="41053" y="46292"/>
                  </a:lnTo>
                  <a:cubicBezTo>
                    <a:pt x="35433" y="52578"/>
                    <a:pt x="30766" y="54483"/>
                    <a:pt x="23431" y="54483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198626DE-7264-445B-FD01-704627C56598}"/>
                </a:ext>
              </a:extLst>
            </p:cNvPr>
            <p:cNvSpPr/>
            <p:nvPr/>
          </p:nvSpPr>
          <p:spPr>
            <a:xfrm>
              <a:off x="11411520" y="681652"/>
              <a:ext cx="25050" cy="70294"/>
            </a:xfrm>
            <a:custGeom>
              <a:avLst/>
              <a:gdLst>
                <a:gd name="connsiteX0" fmla="*/ 7334 w 25050"/>
                <a:gd name="connsiteY0" fmla="*/ 56388 h 70294"/>
                <a:gd name="connsiteX1" fmla="*/ 7334 w 25050"/>
                <a:gd name="connsiteY1" fmla="*/ 21241 h 70294"/>
                <a:gd name="connsiteX2" fmla="*/ 0 w 25050"/>
                <a:gd name="connsiteY2" fmla="*/ 21241 h 70294"/>
                <a:gd name="connsiteX3" fmla="*/ 0 w 25050"/>
                <a:gd name="connsiteY3" fmla="*/ 17050 h 70294"/>
                <a:gd name="connsiteX4" fmla="*/ 7334 w 25050"/>
                <a:gd name="connsiteY4" fmla="*/ 17050 h 70294"/>
                <a:gd name="connsiteX5" fmla="*/ 7334 w 25050"/>
                <a:gd name="connsiteY5" fmla="*/ 0 h 70294"/>
                <a:gd name="connsiteX6" fmla="*/ 12954 w 25050"/>
                <a:gd name="connsiteY6" fmla="*/ 0 h 70294"/>
                <a:gd name="connsiteX7" fmla="*/ 12954 w 25050"/>
                <a:gd name="connsiteY7" fmla="*/ 17050 h 70294"/>
                <a:gd name="connsiteX8" fmla="*/ 24956 w 25050"/>
                <a:gd name="connsiteY8" fmla="*/ 17050 h 70294"/>
                <a:gd name="connsiteX9" fmla="*/ 24956 w 25050"/>
                <a:gd name="connsiteY9" fmla="*/ 21241 h 70294"/>
                <a:gd name="connsiteX10" fmla="*/ 12954 w 25050"/>
                <a:gd name="connsiteY10" fmla="*/ 21241 h 70294"/>
                <a:gd name="connsiteX11" fmla="*/ 12954 w 25050"/>
                <a:gd name="connsiteY11" fmla="*/ 56483 h 70294"/>
                <a:gd name="connsiteX12" fmla="*/ 21146 w 25050"/>
                <a:gd name="connsiteY12" fmla="*/ 65342 h 70294"/>
                <a:gd name="connsiteX13" fmla="*/ 25051 w 25050"/>
                <a:gd name="connsiteY13" fmla="*/ 65342 h 70294"/>
                <a:gd name="connsiteX14" fmla="*/ 25051 w 25050"/>
                <a:gd name="connsiteY14" fmla="*/ 70295 h 70294"/>
                <a:gd name="connsiteX15" fmla="*/ 20193 w 25050"/>
                <a:gd name="connsiteY15" fmla="*/ 70295 h 70294"/>
                <a:gd name="connsiteX16" fmla="*/ 7334 w 25050"/>
                <a:gd name="connsiteY16" fmla="*/ 56388 h 7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50" h="70294">
                  <a:moveTo>
                    <a:pt x="7334" y="56388"/>
                  </a:moveTo>
                  <a:lnTo>
                    <a:pt x="7334" y="21241"/>
                  </a:lnTo>
                  <a:lnTo>
                    <a:pt x="0" y="21241"/>
                  </a:lnTo>
                  <a:lnTo>
                    <a:pt x="0" y="17050"/>
                  </a:lnTo>
                  <a:lnTo>
                    <a:pt x="7334" y="17050"/>
                  </a:lnTo>
                  <a:lnTo>
                    <a:pt x="7334" y="0"/>
                  </a:lnTo>
                  <a:lnTo>
                    <a:pt x="12954" y="0"/>
                  </a:lnTo>
                  <a:lnTo>
                    <a:pt x="12954" y="17050"/>
                  </a:lnTo>
                  <a:lnTo>
                    <a:pt x="24956" y="17050"/>
                  </a:lnTo>
                  <a:lnTo>
                    <a:pt x="24956" y="21241"/>
                  </a:lnTo>
                  <a:lnTo>
                    <a:pt x="12954" y="21241"/>
                  </a:lnTo>
                  <a:lnTo>
                    <a:pt x="12954" y="56483"/>
                  </a:lnTo>
                  <a:cubicBezTo>
                    <a:pt x="12954" y="62103"/>
                    <a:pt x="15526" y="65342"/>
                    <a:pt x="21146" y="65342"/>
                  </a:cubicBezTo>
                  <a:lnTo>
                    <a:pt x="25051" y="65342"/>
                  </a:lnTo>
                  <a:lnTo>
                    <a:pt x="25051" y="70295"/>
                  </a:lnTo>
                  <a:lnTo>
                    <a:pt x="20193" y="70295"/>
                  </a:lnTo>
                  <a:cubicBezTo>
                    <a:pt x="11811" y="70295"/>
                    <a:pt x="7334" y="64484"/>
                    <a:pt x="7334" y="56388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A51611A8-74EB-5445-4B5B-BFA246563C39}"/>
                </a:ext>
              </a:extLst>
            </p:cNvPr>
            <p:cNvSpPr/>
            <p:nvPr/>
          </p:nvSpPr>
          <p:spPr>
            <a:xfrm>
              <a:off x="11451906" y="673175"/>
              <a:ext cx="6953" cy="78771"/>
            </a:xfrm>
            <a:custGeom>
              <a:avLst/>
              <a:gdLst>
                <a:gd name="connsiteX0" fmla="*/ 667 w 6953"/>
                <a:gd name="connsiteY0" fmla="*/ 78772 h 78771"/>
                <a:gd name="connsiteX1" fmla="*/ 6287 w 6953"/>
                <a:gd name="connsiteY1" fmla="*/ 78772 h 78771"/>
                <a:gd name="connsiteX2" fmla="*/ 6287 w 6953"/>
                <a:gd name="connsiteY2" fmla="*/ 25432 h 78771"/>
                <a:gd name="connsiteX3" fmla="*/ 667 w 6953"/>
                <a:gd name="connsiteY3" fmla="*/ 25432 h 78771"/>
                <a:gd name="connsiteX4" fmla="*/ 667 w 6953"/>
                <a:gd name="connsiteY4" fmla="*/ 78772 h 78771"/>
                <a:gd name="connsiteX5" fmla="*/ 0 w 6953"/>
                <a:gd name="connsiteY5" fmla="*/ 6953 h 78771"/>
                <a:gd name="connsiteX6" fmla="*/ 6953 w 6953"/>
                <a:gd name="connsiteY6" fmla="*/ 6953 h 78771"/>
                <a:gd name="connsiteX7" fmla="*/ 6953 w 6953"/>
                <a:gd name="connsiteY7" fmla="*/ 0 h 78771"/>
                <a:gd name="connsiteX8" fmla="*/ 0 w 6953"/>
                <a:gd name="connsiteY8" fmla="*/ 0 h 78771"/>
                <a:gd name="connsiteX9" fmla="*/ 0 w 6953"/>
                <a:gd name="connsiteY9" fmla="*/ 6953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" h="78771">
                  <a:moveTo>
                    <a:pt x="667" y="78772"/>
                  </a:moveTo>
                  <a:lnTo>
                    <a:pt x="6287" y="78772"/>
                  </a:lnTo>
                  <a:lnTo>
                    <a:pt x="6287" y="25432"/>
                  </a:lnTo>
                  <a:lnTo>
                    <a:pt x="667" y="25432"/>
                  </a:lnTo>
                  <a:lnTo>
                    <a:pt x="667" y="78772"/>
                  </a:lnTo>
                  <a:close/>
                  <a:moveTo>
                    <a:pt x="0" y="6953"/>
                  </a:moveTo>
                  <a:lnTo>
                    <a:pt x="6953" y="6953"/>
                  </a:lnTo>
                  <a:lnTo>
                    <a:pt x="6953" y="0"/>
                  </a:lnTo>
                  <a:lnTo>
                    <a:pt x="0" y="0"/>
                  </a:lnTo>
                  <a:lnTo>
                    <a:pt x="0" y="6953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F8D51884-018A-1F93-6669-FC1D0F52B5FC}"/>
                </a:ext>
              </a:extLst>
            </p:cNvPr>
            <p:cNvSpPr/>
            <p:nvPr/>
          </p:nvSpPr>
          <p:spPr>
            <a:xfrm>
              <a:off x="11471623" y="698606"/>
              <a:ext cx="44481" cy="53340"/>
            </a:xfrm>
            <a:custGeom>
              <a:avLst/>
              <a:gdLst>
                <a:gd name="connsiteX0" fmla="*/ 19526 w 44481"/>
                <a:gd name="connsiteY0" fmla="*/ 53340 h 53340"/>
                <a:gd name="connsiteX1" fmla="*/ 0 w 44481"/>
                <a:gd name="connsiteY1" fmla="*/ 0 h 53340"/>
                <a:gd name="connsiteX2" fmla="*/ 6191 w 44481"/>
                <a:gd name="connsiteY2" fmla="*/ 0 h 53340"/>
                <a:gd name="connsiteX3" fmla="*/ 22288 w 44481"/>
                <a:gd name="connsiteY3" fmla="*/ 46673 h 53340"/>
                <a:gd name="connsiteX4" fmla="*/ 38290 w 44481"/>
                <a:gd name="connsiteY4" fmla="*/ 0 h 53340"/>
                <a:gd name="connsiteX5" fmla="*/ 44482 w 44481"/>
                <a:gd name="connsiteY5" fmla="*/ 0 h 53340"/>
                <a:gd name="connsiteX6" fmla="*/ 25051 w 44481"/>
                <a:gd name="connsiteY6" fmla="*/ 53340 h 53340"/>
                <a:gd name="connsiteX7" fmla="*/ 19526 w 44481"/>
                <a:gd name="connsiteY7" fmla="*/ 53340 h 5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481" h="53340">
                  <a:moveTo>
                    <a:pt x="19526" y="53340"/>
                  </a:moveTo>
                  <a:lnTo>
                    <a:pt x="0" y="0"/>
                  </a:lnTo>
                  <a:lnTo>
                    <a:pt x="6191" y="0"/>
                  </a:lnTo>
                  <a:lnTo>
                    <a:pt x="22288" y="46673"/>
                  </a:lnTo>
                  <a:lnTo>
                    <a:pt x="38290" y="0"/>
                  </a:lnTo>
                  <a:lnTo>
                    <a:pt x="44482" y="0"/>
                  </a:lnTo>
                  <a:lnTo>
                    <a:pt x="25051" y="53340"/>
                  </a:lnTo>
                  <a:lnTo>
                    <a:pt x="19526" y="53340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90FD589C-DC36-68A3-A231-B8E2B03B977A}"/>
                </a:ext>
              </a:extLst>
            </p:cNvPr>
            <p:cNvSpPr/>
            <p:nvPr/>
          </p:nvSpPr>
          <p:spPr>
            <a:xfrm>
              <a:off x="11529059" y="673175"/>
              <a:ext cx="6953" cy="78771"/>
            </a:xfrm>
            <a:custGeom>
              <a:avLst/>
              <a:gdLst>
                <a:gd name="connsiteX0" fmla="*/ 667 w 6953"/>
                <a:gd name="connsiteY0" fmla="*/ 78772 h 78771"/>
                <a:gd name="connsiteX1" fmla="*/ 6286 w 6953"/>
                <a:gd name="connsiteY1" fmla="*/ 78772 h 78771"/>
                <a:gd name="connsiteX2" fmla="*/ 6286 w 6953"/>
                <a:gd name="connsiteY2" fmla="*/ 25432 h 78771"/>
                <a:gd name="connsiteX3" fmla="*/ 667 w 6953"/>
                <a:gd name="connsiteY3" fmla="*/ 25432 h 78771"/>
                <a:gd name="connsiteX4" fmla="*/ 667 w 6953"/>
                <a:gd name="connsiteY4" fmla="*/ 78772 h 78771"/>
                <a:gd name="connsiteX5" fmla="*/ 0 w 6953"/>
                <a:gd name="connsiteY5" fmla="*/ 6953 h 78771"/>
                <a:gd name="connsiteX6" fmla="*/ 6953 w 6953"/>
                <a:gd name="connsiteY6" fmla="*/ 6953 h 78771"/>
                <a:gd name="connsiteX7" fmla="*/ 6953 w 6953"/>
                <a:gd name="connsiteY7" fmla="*/ 0 h 78771"/>
                <a:gd name="connsiteX8" fmla="*/ 0 w 6953"/>
                <a:gd name="connsiteY8" fmla="*/ 0 h 78771"/>
                <a:gd name="connsiteX9" fmla="*/ 0 w 6953"/>
                <a:gd name="connsiteY9" fmla="*/ 6953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" h="78771">
                  <a:moveTo>
                    <a:pt x="667" y="78772"/>
                  </a:moveTo>
                  <a:lnTo>
                    <a:pt x="6286" y="78772"/>
                  </a:lnTo>
                  <a:lnTo>
                    <a:pt x="6286" y="25432"/>
                  </a:lnTo>
                  <a:lnTo>
                    <a:pt x="667" y="25432"/>
                  </a:lnTo>
                  <a:lnTo>
                    <a:pt x="667" y="78772"/>
                  </a:lnTo>
                  <a:close/>
                  <a:moveTo>
                    <a:pt x="0" y="6953"/>
                  </a:moveTo>
                  <a:lnTo>
                    <a:pt x="6953" y="6953"/>
                  </a:lnTo>
                  <a:lnTo>
                    <a:pt x="6953" y="0"/>
                  </a:lnTo>
                  <a:lnTo>
                    <a:pt x="0" y="0"/>
                  </a:lnTo>
                  <a:lnTo>
                    <a:pt x="0" y="6953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69B0D19B-80CD-7766-8E00-3F67D357F47F}"/>
                </a:ext>
              </a:extLst>
            </p:cNvPr>
            <p:cNvSpPr/>
            <p:nvPr/>
          </p:nvSpPr>
          <p:spPr>
            <a:xfrm>
              <a:off x="11550585" y="681652"/>
              <a:ext cx="25050" cy="70294"/>
            </a:xfrm>
            <a:custGeom>
              <a:avLst/>
              <a:gdLst>
                <a:gd name="connsiteX0" fmla="*/ 7334 w 25050"/>
                <a:gd name="connsiteY0" fmla="*/ 56388 h 70294"/>
                <a:gd name="connsiteX1" fmla="*/ 7334 w 25050"/>
                <a:gd name="connsiteY1" fmla="*/ 21241 h 70294"/>
                <a:gd name="connsiteX2" fmla="*/ 0 w 25050"/>
                <a:gd name="connsiteY2" fmla="*/ 21241 h 70294"/>
                <a:gd name="connsiteX3" fmla="*/ 0 w 25050"/>
                <a:gd name="connsiteY3" fmla="*/ 17050 h 70294"/>
                <a:gd name="connsiteX4" fmla="*/ 7334 w 25050"/>
                <a:gd name="connsiteY4" fmla="*/ 17050 h 70294"/>
                <a:gd name="connsiteX5" fmla="*/ 7334 w 25050"/>
                <a:gd name="connsiteY5" fmla="*/ 0 h 70294"/>
                <a:gd name="connsiteX6" fmla="*/ 12954 w 25050"/>
                <a:gd name="connsiteY6" fmla="*/ 0 h 70294"/>
                <a:gd name="connsiteX7" fmla="*/ 12954 w 25050"/>
                <a:gd name="connsiteY7" fmla="*/ 17050 h 70294"/>
                <a:gd name="connsiteX8" fmla="*/ 24955 w 25050"/>
                <a:gd name="connsiteY8" fmla="*/ 17050 h 70294"/>
                <a:gd name="connsiteX9" fmla="*/ 24955 w 25050"/>
                <a:gd name="connsiteY9" fmla="*/ 21241 h 70294"/>
                <a:gd name="connsiteX10" fmla="*/ 12954 w 25050"/>
                <a:gd name="connsiteY10" fmla="*/ 21241 h 70294"/>
                <a:gd name="connsiteX11" fmla="*/ 12954 w 25050"/>
                <a:gd name="connsiteY11" fmla="*/ 56483 h 70294"/>
                <a:gd name="connsiteX12" fmla="*/ 21146 w 25050"/>
                <a:gd name="connsiteY12" fmla="*/ 65342 h 70294"/>
                <a:gd name="connsiteX13" fmla="*/ 25051 w 25050"/>
                <a:gd name="connsiteY13" fmla="*/ 65342 h 70294"/>
                <a:gd name="connsiteX14" fmla="*/ 25051 w 25050"/>
                <a:gd name="connsiteY14" fmla="*/ 70295 h 70294"/>
                <a:gd name="connsiteX15" fmla="*/ 20193 w 25050"/>
                <a:gd name="connsiteY15" fmla="*/ 70295 h 70294"/>
                <a:gd name="connsiteX16" fmla="*/ 7334 w 25050"/>
                <a:gd name="connsiteY16" fmla="*/ 56388 h 7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50" h="70294">
                  <a:moveTo>
                    <a:pt x="7334" y="56388"/>
                  </a:moveTo>
                  <a:lnTo>
                    <a:pt x="7334" y="21241"/>
                  </a:lnTo>
                  <a:lnTo>
                    <a:pt x="0" y="21241"/>
                  </a:lnTo>
                  <a:lnTo>
                    <a:pt x="0" y="17050"/>
                  </a:lnTo>
                  <a:lnTo>
                    <a:pt x="7334" y="17050"/>
                  </a:lnTo>
                  <a:lnTo>
                    <a:pt x="7334" y="0"/>
                  </a:lnTo>
                  <a:lnTo>
                    <a:pt x="12954" y="0"/>
                  </a:lnTo>
                  <a:lnTo>
                    <a:pt x="12954" y="17050"/>
                  </a:lnTo>
                  <a:lnTo>
                    <a:pt x="24955" y="17050"/>
                  </a:lnTo>
                  <a:lnTo>
                    <a:pt x="24955" y="21241"/>
                  </a:lnTo>
                  <a:lnTo>
                    <a:pt x="12954" y="21241"/>
                  </a:lnTo>
                  <a:lnTo>
                    <a:pt x="12954" y="56483"/>
                  </a:lnTo>
                  <a:cubicBezTo>
                    <a:pt x="12954" y="62103"/>
                    <a:pt x="15526" y="65342"/>
                    <a:pt x="21146" y="65342"/>
                  </a:cubicBezTo>
                  <a:lnTo>
                    <a:pt x="25051" y="65342"/>
                  </a:lnTo>
                  <a:lnTo>
                    <a:pt x="25051" y="70295"/>
                  </a:lnTo>
                  <a:lnTo>
                    <a:pt x="20193" y="70295"/>
                  </a:lnTo>
                  <a:cubicBezTo>
                    <a:pt x="11811" y="70295"/>
                    <a:pt x="7334" y="64484"/>
                    <a:pt x="7334" y="56388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15286195-E2B2-D5F8-4BE1-366DC752A797}"/>
                </a:ext>
              </a:extLst>
            </p:cNvPr>
            <p:cNvSpPr/>
            <p:nvPr/>
          </p:nvSpPr>
          <p:spPr>
            <a:xfrm>
              <a:off x="11586780" y="698606"/>
              <a:ext cx="44481" cy="77438"/>
            </a:xfrm>
            <a:custGeom>
              <a:avLst/>
              <a:gdLst>
                <a:gd name="connsiteX0" fmla="*/ 16097 w 44481"/>
                <a:gd name="connsiteY0" fmla="*/ 74009 h 77438"/>
                <a:gd name="connsiteX1" fmla="*/ 6001 w 44481"/>
                <a:gd name="connsiteY1" fmla="*/ 77438 h 77438"/>
                <a:gd name="connsiteX2" fmla="*/ 3334 w 44481"/>
                <a:gd name="connsiteY2" fmla="*/ 77438 h 77438"/>
                <a:gd name="connsiteX3" fmla="*/ 3334 w 44481"/>
                <a:gd name="connsiteY3" fmla="*/ 72485 h 77438"/>
                <a:gd name="connsiteX4" fmla="*/ 5429 w 44481"/>
                <a:gd name="connsiteY4" fmla="*/ 72485 h 77438"/>
                <a:gd name="connsiteX5" fmla="*/ 15145 w 44481"/>
                <a:gd name="connsiteY5" fmla="*/ 65151 h 77438"/>
                <a:gd name="connsiteX6" fmla="*/ 19431 w 44481"/>
                <a:gd name="connsiteY6" fmla="*/ 53340 h 77438"/>
                <a:gd name="connsiteX7" fmla="*/ 0 w 44481"/>
                <a:gd name="connsiteY7" fmla="*/ 0 h 77438"/>
                <a:gd name="connsiteX8" fmla="*/ 6191 w 44481"/>
                <a:gd name="connsiteY8" fmla="*/ 0 h 77438"/>
                <a:gd name="connsiteX9" fmla="*/ 22193 w 44481"/>
                <a:gd name="connsiteY9" fmla="*/ 46673 h 77438"/>
                <a:gd name="connsiteX10" fmla="*/ 38291 w 44481"/>
                <a:gd name="connsiteY10" fmla="*/ 0 h 77438"/>
                <a:gd name="connsiteX11" fmla="*/ 44482 w 44481"/>
                <a:gd name="connsiteY11" fmla="*/ 0 h 77438"/>
                <a:gd name="connsiteX12" fmla="*/ 19717 w 44481"/>
                <a:gd name="connsiteY12" fmla="*/ 67818 h 77438"/>
                <a:gd name="connsiteX13" fmla="*/ 16097 w 44481"/>
                <a:gd name="connsiteY13" fmla="*/ 74009 h 77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481" h="77438">
                  <a:moveTo>
                    <a:pt x="16097" y="74009"/>
                  </a:moveTo>
                  <a:cubicBezTo>
                    <a:pt x="13430" y="76581"/>
                    <a:pt x="9525" y="77438"/>
                    <a:pt x="6001" y="77438"/>
                  </a:cubicBezTo>
                  <a:lnTo>
                    <a:pt x="3334" y="77438"/>
                  </a:lnTo>
                  <a:lnTo>
                    <a:pt x="3334" y="72485"/>
                  </a:lnTo>
                  <a:lnTo>
                    <a:pt x="5429" y="72485"/>
                  </a:lnTo>
                  <a:cubicBezTo>
                    <a:pt x="11525" y="72485"/>
                    <a:pt x="13240" y="70485"/>
                    <a:pt x="15145" y="65151"/>
                  </a:cubicBezTo>
                  <a:lnTo>
                    <a:pt x="19431" y="53340"/>
                  </a:lnTo>
                  <a:lnTo>
                    <a:pt x="0" y="0"/>
                  </a:lnTo>
                  <a:lnTo>
                    <a:pt x="6191" y="0"/>
                  </a:lnTo>
                  <a:lnTo>
                    <a:pt x="22193" y="46673"/>
                  </a:lnTo>
                  <a:lnTo>
                    <a:pt x="38291" y="0"/>
                  </a:lnTo>
                  <a:lnTo>
                    <a:pt x="44482" y="0"/>
                  </a:lnTo>
                  <a:lnTo>
                    <a:pt x="19717" y="67818"/>
                  </a:lnTo>
                  <a:cubicBezTo>
                    <a:pt x="18669" y="70676"/>
                    <a:pt x="17526" y="72771"/>
                    <a:pt x="16097" y="74009"/>
                  </a:cubicBezTo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26B4B57B-F71B-3573-98E3-E1BA9C1AD50D}"/>
                </a:ext>
              </a:extLst>
            </p:cNvPr>
            <p:cNvSpPr/>
            <p:nvPr/>
          </p:nvSpPr>
          <p:spPr>
            <a:xfrm>
              <a:off x="10235850" y="377804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00CEC4E3-C58D-6EAB-A0C4-D8070F1B7C3E}"/>
                </a:ext>
              </a:extLst>
            </p:cNvPr>
            <p:cNvSpPr/>
            <p:nvPr/>
          </p:nvSpPr>
          <p:spPr>
            <a:xfrm>
              <a:off x="10689906" y="376090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C9BBC994-5025-E4C8-4C97-7B1C77867101}"/>
                </a:ext>
              </a:extLst>
            </p:cNvPr>
            <p:cNvSpPr/>
            <p:nvPr/>
          </p:nvSpPr>
          <p:spPr>
            <a:xfrm>
              <a:off x="10880216" y="376090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E253A576-579F-0009-F629-1453BFCD2C8A}"/>
                </a:ext>
              </a:extLst>
            </p:cNvPr>
            <p:cNvSpPr/>
            <p:nvPr/>
          </p:nvSpPr>
          <p:spPr>
            <a:xfrm>
              <a:off x="11062524" y="377804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8E2A8C65-B707-1EF8-7F9A-9D82128CCABD}"/>
                </a:ext>
              </a:extLst>
            </p:cNvPr>
            <p:cNvSpPr/>
            <p:nvPr/>
          </p:nvSpPr>
          <p:spPr>
            <a:xfrm>
              <a:off x="11287886" y="377804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782A4087-85EE-77ED-8164-086161296099}"/>
                </a:ext>
              </a:extLst>
            </p:cNvPr>
            <p:cNvSpPr/>
            <p:nvPr/>
          </p:nvSpPr>
          <p:spPr>
            <a:xfrm>
              <a:off x="11495436" y="377804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64C6E158-5D46-8530-E2F9-F3E876F47A1E}"/>
                </a:ext>
              </a:extLst>
            </p:cNvPr>
            <p:cNvSpPr/>
            <p:nvPr/>
          </p:nvSpPr>
          <p:spPr>
            <a:xfrm>
              <a:off x="10466164" y="371064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9B79ACBB-2847-3716-2901-D6B95BA3CF84}"/>
                </a:ext>
              </a:extLst>
            </p:cNvPr>
            <p:cNvSpPr/>
            <p:nvPr/>
          </p:nvSpPr>
          <p:spPr>
            <a:xfrm>
              <a:off x="10594466" y="406189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FF5BA8CF-F269-610D-D6ED-F58B9555B2D9}"/>
                </a:ext>
              </a:extLst>
            </p:cNvPr>
            <p:cNvSpPr/>
            <p:nvPr/>
          </p:nvSpPr>
          <p:spPr>
            <a:xfrm>
              <a:off x="10433222" y="418381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586" y="1628775"/>
            <a:ext cx="8212449" cy="2031325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Big Headline blue, Arial 66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587" y="4861950"/>
            <a:ext cx="8208963" cy="369332"/>
          </a:xfrm>
        </p:spPr>
        <p:txBody>
          <a:bodyPr>
            <a:spAutoFit/>
          </a:bodyPr>
          <a:lstStyle>
            <a:lvl1pPr rtl="0">
              <a:defRPr sz="2400" b="0"/>
            </a:lvl1pPr>
          </a:lstStyle>
          <a:p>
            <a:pPr lvl="0"/>
            <a:r>
              <a:rPr lang="en-US"/>
              <a:t>Subline, Arial 24 pt</a:t>
            </a:r>
          </a:p>
        </p:txBody>
      </p:sp>
    </p:spTree>
    <p:extLst>
      <p:ext uri="{BB962C8B-B14F-4D97-AF65-F5344CB8AC3E}">
        <p14:creationId xmlns:p14="http://schemas.microsoft.com/office/powerpoint/2010/main" val="3567309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2139">
          <p15:clr>
            <a:srgbClr val="FBAE40"/>
          </p15:clr>
        </p15:guide>
        <p15:guide id="3" pos="1958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with pictur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2619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9C08FB-3E7A-DB74-0560-13FA5E47CB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334940 w 12192000"/>
              <a:gd name="connsiteY0" fmla="*/ 745563 h 6858000"/>
              <a:gd name="connsiteX1" fmla="*/ 11335035 w 12192000"/>
              <a:gd name="connsiteY1" fmla="*/ 745659 h 6858000"/>
              <a:gd name="connsiteX2" fmla="*/ 11334940 w 12192000"/>
              <a:gd name="connsiteY2" fmla="*/ 745701 h 6858000"/>
              <a:gd name="connsiteX3" fmla="*/ 11259120 w 12192000"/>
              <a:gd name="connsiteY3" fmla="*/ 702987 h 6858000"/>
              <a:gd name="connsiteX4" fmla="*/ 11274170 w 12192000"/>
              <a:gd name="connsiteY4" fmla="*/ 725276 h 6858000"/>
              <a:gd name="connsiteX5" fmla="*/ 11259120 w 12192000"/>
              <a:gd name="connsiteY5" fmla="*/ 747660 h 6858000"/>
              <a:gd name="connsiteX6" fmla="*/ 11244071 w 12192000"/>
              <a:gd name="connsiteY6" fmla="*/ 725276 h 6858000"/>
              <a:gd name="connsiteX7" fmla="*/ 11259120 w 12192000"/>
              <a:gd name="connsiteY7" fmla="*/ 702987 h 6858000"/>
              <a:gd name="connsiteX8" fmla="*/ 10938699 w 12192000"/>
              <a:gd name="connsiteY8" fmla="*/ 702987 h 6858000"/>
              <a:gd name="connsiteX9" fmla="*/ 10952510 w 12192000"/>
              <a:gd name="connsiteY9" fmla="*/ 711940 h 6858000"/>
              <a:gd name="connsiteX10" fmla="*/ 10954416 w 12192000"/>
              <a:gd name="connsiteY10" fmla="*/ 722037 h 6858000"/>
              <a:gd name="connsiteX11" fmla="*/ 10922983 w 12192000"/>
              <a:gd name="connsiteY11" fmla="*/ 722037 h 6858000"/>
              <a:gd name="connsiteX12" fmla="*/ 10924888 w 12192000"/>
              <a:gd name="connsiteY12" fmla="*/ 711940 h 6858000"/>
              <a:gd name="connsiteX13" fmla="*/ 10938699 w 12192000"/>
              <a:gd name="connsiteY13" fmla="*/ 702987 h 6858000"/>
              <a:gd name="connsiteX14" fmla="*/ 11201684 w 12192000"/>
              <a:gd name="connsiteY14" fmla="*/ 702892 h 6858000"/>
              <a:gd name="connsiteX15" fmla="*/ 11212733 w 12192000"/>
              <a:gd name="connsiteY15" fmla="*/ 707464 h 6858000"/>
              <a:gd name="connsiteX16" fmla="*/ 11217496 w 12192000"/>
              <a:gd name="connsiteY16" fmla="*/ 725276 h 6858000"/>
              <a:gd name="connsiteX17" fmla="*/ 11212733 w 12192000"/>
              <a:gd name="connsiteY17" fmla="*/ 743088 h 6858000"/>
              <a:gd name="connsiteX18" fmla="*/ 11201684 w 12192000"/>
              <a:gd name="connsiteY18" fmla="*/ 747660 h 6858000"/>
              <a:gd name="connsiteX19" fmla="*/ 11190635 w 12192000"/>
              <a:gd name="connsiteY19" fmla="*/ 743088 h 6858000"/>
              <a:gd name="connsiteX20" fmla="*/ 11185873 w 12192000"/>
              <a:gd name="connsiteY20" fmla="*/ 725276 h 6858000"/>
              <a:gd name="connsiteX21" fmla="*/ 11190635 w 12192000"/>
              <a:gd name="connsiteY21" fmla="*/ 707464 h 6858000"/>
              <a:gd name="connsiteX22" fmla="*/ 11201684 w 12192000"/>
              <a:gd name="connsiteY22" fmla="*/ 702892 h 6858000"/>
              <a:gd name="connsiteX23" fmla="*/ 10833258 w 12192000"/>
              <a:gd name="connsiteY23" fmla="*/ 702892 h 6858000"/>
              <a:gd name="connsiteX24" fmla="*/ 10844307 w 12192000"/>
              <a:gd name="connsiteY24" fmla="*/ 707464 h 6858000"/>
              <a:gd name="connsiteX25" fmla="*/ 10849069 w 12192000"/>
              <a:gd name="connsiteY25" fmla="*/ 725276 h 6858000"/>
              <a:gd name="connsiteX26" fmla="*/ 10844307 w 12192000"/>
              <a:gd name="connsiteY26" fmla="*/ 743088 h 6858000"/>
              <a:gd name="connsiteX27" fmla="*/ 10833258 w 12192000"/>
              <a:gd name="connsiteY27" fmla="*/ 747660 h 6858000"/>
              <a:gd name="connsiteX28" fmla="*/ 10822209 w 12192000"/>
              <a:gd name="connsiteY28" fmla="*/ 743088 h 6858000"/>
              <a:gd name="connsiteX29" fmla="*/ 10817446 w 12192000"/>
              <a:gd name="connsiteY29" fmla="*/ 725276 h 6858000"/>
              <a:gd name="connsiteX30" fmla="*/ 10822209 w 12192000"/>
              <a:gd name="connsiteY30" fmla="*/ 707464 h 6858000"/>
              <a:gd name="connsiteX31" fmla="*/ 10833258 w 12192000"/>
              <a:gd name="connsiteY31" fmla="*/ 702892 h 6858000"/>
              <a:gd name="connsiteX32" fmla="*/ 11529726 w 12192000"/>
              <a:gd name="connsiteY32" fmla="*/ 698606 h 6858000"/>
              <a:gd name="connsiteX33" fmla="*/ 11529726 w 12192000"/>
              <a:gd name="connsiteY33" fmla="*/ 751946 h 6858000"/>
              <a:gd name="connsiteX34" fmla="*/ 11535345 w 12192000"/>
              <a:gd name="connsiteY34" fmla="*/ 751946 h 6858000"/>
              <a:gd name="connsiteX35" fmla="*/ 11535345 w 12192000"/>
              <a:gd name="connsiteY35" fmla="*/ 698606 h 6858000"/>
              <a:gd name="connsiteX36" fmla="*/ 11452573 w 12192000"/>
              <a:gd name="connsiteY36" fmla="*/ 698606 h 6858000"/>
              <a:gd name="connsiteX37" fmla="*/ 11452573 w 12192000"/>
              <a:gd name="connsiteY37" fmla="*/ 751946 h 6858000"/>
              <a:gd name="connsiteX38" fmla="*/ 11458193 w 12192000"/>
              <a:gd name="connsiteY38" fmla="*/ 751946 h 6858000"/>
              <a:gd name="connsiteX39" fmla="*/ 11458193 w 12192000"/>
              <a:gd name="connsiteY39" fmla="*/ 698606 h 6858000"/>
              <a:gd name="connsiteX40" fmla="*/ 11586780 w 12192000"/>
              <a:gd name="connsiteY40" fmla="*/ 698605 h 6858000"/>
              <a:gd name="connsiteX41" fmla="*/ 11606211 w 12192000"/>
              <a:gd name="connsiteY41" fmla="*/ 751945 h 6858000"/>
              <a:gd name="connsiteX42" fmla="*/ 11601925 w 12192000"/>
              <a:gd name="connsiteY42" fmla="*/ 763756 h 6858000"/>
              <a:gd name="connsiteX43" fmla="*/ 11592209 w 12192000"/>
              <a:gd name="connsiteY43" fmla="*/ 771090 h 6858000"/>
              <a:gd name="connsiteX44" fmla="*/ 11590114 w 12192000"/>
              <a:gd name="connsiteY44" fmla="*/ 771090 h 6858000"/>
              <a:gd name="connsiteX45" fmla="*/ 11590114 w 12192000"/>
              <a:gd name="connsiteY45" fmla="*/ 776043 h 6858000"/>
              <a:gd name="connsiteX46" fmla="*/ 11592781 w 12192000"/>
              <a:gd name="connsiteY46" fmla="*/ 776043 h 6858000"/>
              <a:gd name="connsiteX47" fmla="*/ 11602877 w 12192000"/>
              <a:gd name="connsiteY47" fmla="*/ 772614 h 6858000"/>
              <a:gd name="connsiteX48" fmla="*/ 11606497 w 12192000"/>
              <a:gd name="connsiteY48" fmla="*/ 766423 h 6858000"/>
              <a:gd name="connsiteX49" fmla="*/ 11631262 w 12192000"/>
              <a:gd name="connsiteY49" fmla="*/ 698605 h 6858000"/>
              <a:gd name="connsiteX50" fmla="*/ 11625071 w 12192000"/>
              <a:gd name="connsiteY50" fmla="*/ 698605 h 6858000"/>
              <a:gd name="connsiteX51" fmla="*/ 11608973 w 12192000"/>
              <a:gd name="connsiteY51" fmla="*/ 745278 h 6858000"/>
              <a:gd name="connsiteX52" fmla="*/ 11592971 w 12192000"/>
              <a:gd name="connsiteY52" fmla="*/ 698605 h 6858000"/>
              <a:gd name="connsiteX53" fmla="*/ 11471623 w 12192000"/>
              <a:gd name="connsiteY53" fmla="*/ 698605 h 6858000"/>
              <a:gd name="connsiteX54" fmla="*/ 11491149 w 12192000"/>
              <a:gd name="connsiteY54" fmla="*/ 751945 h 6858000"/>
              <a:gd name="connsiteX55" fmla="*/ 11496674 w 12192000"/>
              <a:gd name="connsiteY55" fmla="*/ 751945 h 6858000"/>
              <a:gd name="connsiteX56" fmla="*/ 11516105 w 12192000"/>
              <a:gd name="connsiteY56" fmla="*/ 698605 h 6858000"/>
              <a:gd name="connsiteX57" fmla="*/ 11509913 w 12192000"/>
              <a:gd name="connsiteY57" fmla="*/ 698605 h 6858000"/>
              <a:gd name="connsiteX58" fmla="*/ 11493911 w 12192000"/>
              <a:gd name="connsiteY58" fmla="*/ 745278 h 6858000"/>
              <a:gd name="connsiteX59" fmla="*/ 11477814 w 12192000"/>
              <a:gd name="connsiteY59" fmla="*/ 698605 h 6858000"/>
              <a:gd name="connsiteX60" fmla="*/ 10863833 w 12192000"/>
              <a:gd name="connsiteY60" fmla="*/ 698605 h 6858000"/>
              <a:gd name="connsiteX61" fmla="*/ 10883359 w 12192000"/>
              <a:gd name="connsiteY61" fmla="*/ 751945 h 6858000"/>
              <a:gd name="connsiteX62" fmla="*/ 10888884 w 12192000"/>
              <a:gd name="connsiteY62" fmla="*/ 751945 h 6858000"/>
              <a:gd name="connsiteX63" fmla="*/ 10908315 w 12192000"/>
              <a:gd name="connsiteY63" fmla="*/ 698605 h 6858000"/>
              <a:gd name="connsiteX64" fmla="*/ 10902123 w 12192000"/>
              <a:gd name="connsiteY64" fmla="*/ 698605 h 6858000"/>
              <a:gd name="connsiteX65" fmla="*/ 10886121 w 12192000"/>
              <a:gd name="connsiteY65" fmla="*/ 745278 h 6858000"/>
              <a:gd name="connsiteX66" fmla="*/ 10870024 w 12192000"/>
              <a:gd name="connsiteY66" fmla="*/ 698605 h 6858000"/>
              <a:gd name="connsiteX67" fmla="*/ 11299602 w 12192000"/>
              <a:gd name="connsiteY67" fmla="*/ 698510 h 6858000"/>
              <a:gd name="connsiteX68" fmla="*/ 11299602 w 12192000"/>
              <a:gd name="connsiteY68" fmla="*/ 732610 h 6858000"/>
              <a:gd name="connsiteX69" fmla="*/ 11305127 w 12192000"/>
              <a:gd name="connsiteY69" fmla="*/ 747468 h 6858000"/>
              <a:gd name="connsiteX70" fmla="*/ 11319319 w 12192000"/>
              <a:gd name="connsiteY70" fmla="*/ 752612 h 6858000"/>
              <a:gd name="connsiteX71" fmla="*/ 11334940 w 12192000"/>
              <a:gd name="connsiteY71" fmla="*/ 745701 h 6858000"/>
              <a:gd name="connsiteX72" fmla="*/ 11334940 w 12192000"/>
              <a:gd name="connsiteY72" fmla="*/ 751850 h 6858000"/>
              <a:gd name="connsiteX73" fmla="*/ 11340560 w 12192000"/>
              <a:gd name="connsiteY73" fmla="*/ 751850 h 6858000"/>
              <a:gd name="connsiteX74" fmla="*/ 11340560 w 12192000"/>
              <a:gd name="connsiteY74" fmla="*/ 698510 h 6858000"/>
              <a:gd name="connsiteX75" fmla="*/ 11334940 w 12192000"/>
              <a:gd name="connsiteY75" fmla="*/ 698510 h 6858000"/>
              <a:gd name="connsiteX76" fmla="*/ 11334940 w 12192000"/>
              <a:gd name="connsiteY76" fmla="*/ 731562 h 6858000"/>
              <a:gd name="connsiteX77" fmla="*/ 11319890 w 12192000"/>
              <a:gd name="connsiteY77" fmla="*/ 747468 h 6858000"/>
              <a:gd name="connsiteX78" fmla="*/ 11305222 w 12192000"/>
              <a:gd name="connsiteY78" fmla="*/ 731562 h 6858000"/>
              <a:gd name="connsiteX79" fmla="*/ 11305222 w 12192000"/>
              <a:gd name="connsiteY79" fmla="*/ 698510 h 6858000"/>
              <a:gd name="connsiteX80" fmla="*/ 10938604 w 12192000"/>
              <a:gd name="connsiteY80" fmla="*/ 698034 h 6858000"/>
              <a:gd name="connsiteX81" fmla="*/ 10917268 w 12192000"/>
              <a:gd name="connsiteY81" fmla="*/ 725371 h 6858000"/>
              <a:gd name="connsiteX82" fmla="*/ 10939937 w 12192000"/>
              <a:gd name="connsiteY82" fmla="*/ 752707 h 6858000"/>
              <a:gd name="connsiteX83" fmla="*/ 10959178 w 12192000"/>
              <a:gd name="connsiteY83" fmla="*/ 744516 h 6858000"/>
              <a:gd name="connsiteX84" fmla="*/ 10954987 w 12192000"/>
              <a:gd name="connsiteY84" fmla="*/ 741182 h 6858000"/>
              <a:gd name="connsiteX85" fmla="*/ 10940318 w 12192000"/>
              <a:gd name="connsiteY85" fmla="*/ 747564 h 6858000"/>
              <a:gd name="connsiteX86" fmla="*/ 10940223 w 12192000"/>
              <a:gd name="connsiteY86" fmla="*/ 747659 h 6858000"/>
              <a:gd name="connsiteX87" fmla="*/ 10922888 w 12192000"/>
              <a:gd name="connsiteY87" fmla="*/ 726609 h 6858000"/>
              <a:gd name="connsiteX88" fmla="*/ 10959940 w 12192000"/>
              <a:gd name="connsiteY88" fmla="*/ 726609 h 6858000"/>
              <a:gd name="connsiteX89" fmla="*/ 10959940 w 12192000"/>
              <a:gd name="connsiteY89" fmla="*/ 724037 h 6858000"/>
              <a:gd name="connsiteX90" fmla="*/ 10938604 w 12192000"/>
              <a:gd name="connsiteY90" fmla="*/ 698034 h 6858000"/>
              <a:gd name="connsiteX91" fmla="*/ 11381802 w 12192000"/>
              <a:gd name="connsiteY91" fmla="*/ 697939 h 6858000"/>
              <a:gd name="connsiteX92" fmla="*/ 11358371 w 12192000"/>
              <a:gd name="connsiteY92" fmla="*/ 725276 h 6858000"/>
              <a:gd name="connsiteX93" fmla="*/ 11381802 w 12192000"/>
              <a:gd name="connsiteY93" fmla="*/ 752613 h 6858000"/>
              <a:gd name="connsiteX94" fmla="*/ 11381802 w 12192000"/>
              <a:gd name="connsiteY94" fmla="*/ 752422 h 6858000"/>
              <a:gd name="connsiteX95" fmla="*/ 11399424 w 12192000"/>
              <a:gd name="connsiteY95" fmla="*/ 744231 h 6858000"/>
              <a:gd name="connsiteX96" fmla="*/ 11395519 w 12192000"/>
              <a:gd name="connsiteY96" fmla="*/ 740706 h 6858000"/>
              <a:gd name="connsiteX97" fmla="*/ 11381802 w 12192000"/>
              <a:gd name="connsiteY97" fmla="*/ 747469 h 6858000"/>
              <a:gd name="connsiteX98" fmla="*/ 11367610 w 12192000"/>
              <a:gd name="connsiteY98" fmla="*/ 740421 h 6858000"/>
              <a:gd name="connsiteX99" fmla="*/ 11363991 w 12192000"/>
              <a:gd name="connsiteY99" fmla="*/ 725181 h 6858000"/>
              <a:gd name="connsiteX100" fmla="*/ 11367610 w 12192000"/>
              <a:gd name="connsiteY100" fmla="*/ 709941 h 6858000"/>
              <a:gd name="connsiteX101" fmla="*/ 11381802 w 12192000"/>
              <a:gd name="connsiteY101" fmla="*/ 702892 h 6858000"/>
              <a:gd name="connsiteX102" fmla="*/ 11395519 w 12192000"/>
              <a:gd name="connsiteY102" fmla="*/ 709655 h 6858000"/>
              <a:gd name="connsiteX103" fmla="*/ 11399424 w 12192000"/>
              <a:gd name="connsiteY103" fmla="*/ 706131 h 6858000"/>
              <a:gd name="connsiteX104" fmla="*/ 11381802 w 12192000"/>
              <a:gd name="connsiteY104" fmla="*/ 697939 h 6858000"/>
              <a:gd name="connsiteX105" fmla="*/ 11201684 w 12192000"/>
              <a:gd name="connsiteY105" fmla="*/ 697939 h 6858000"/>
              <a:gd name="connsiteX106" fmla="*/ 11186920 w 12192000"/>
              <a:gd name="connsiteY106" fmla="*/ 703845 h 6858000"/>
              <a:gd name="connsiteX107" fmla="*/ 11180253 w 12192000"/>
              <a:gd name="connsiteY107" fmla="*/ 725276 h 6858000"/>
              <a:gd name="connsiteX108" fmla="*/ 11186920 w 12192000"/>
              <a:gd name="connsiteY108" fmla="*/ 746707 h 6858000"/>
              <a:gd name="connsiteX109" fmla="*/ 11201684 w 12192000"/>
              <a:gd name="connsiteY109" fmla="*/ 752613 h 6858000"/>
              <a:gd name="connsiteX110" fmla="*/ 11216543 w 12192000"/>
              <a:gd name="connsiteY110" fmla="*/ 746707 h 6858000"/>
              <a:gd name="connsiteX111" fmla="*/ 11223211 w 12192000"/>
              <a:gd name="connsiteY111" fmla="*/ 725276 h 6858000"/>
              <a:gd name="connsiteX112" fmla="*/ 11216543 w 12192000"/>
              <a:gd name="connsiteY112" fmla="*/ 703845 h 6858000"/>
              <a:gd name="connsiteX113" fmla="*/ 11201684 w 12192000"/>
              <a:gd name="connsiteY113" fmla="*/ 697939 h 6858000"/>
              <a:gd name="connsiteX114" fmla="*/ 11158727 w 12192000"/>
              <a:gd name="connsiteY114" fmla="*/ 697939 h 6858000"/>
              <a:gd name="connsiteX115" fmla="*/ 11143106 w 12192000"/>
              <a:gd name="connsiteY115" fmla="*/ 705654 h 6858000"/>
              <a:gd name="connsiteX116" fmla="*/ 11143106 w 12192000"/>
              <a:gd name="connsiteY116" fmla="*/ 698606 h 6858000"/>
              <a:gd name="connsiteX117" fmla="*/ 11137486 w 12192000"/>
              <a:gd name="connsiteY117" fmla="*/ 698606 h 6858000"/>
              <a:gd name="connsiteX118" fmla="*/ 11137486 w 12192000"/>
              <a:gd name="connsiteY118" fmla="*/ 751946 h 6858000"/>
              <a:gd name="connsiteX119" fmla="*/ 11143106 w 12192000"/>
              <a:gd name="connsiteY119" fmla="*/ 751946 h 6858000"/>
              <a:gd name="connsiteX120" fmla="*/ 11143106 w 12192000"/>
              <a:gd name="connsiteY120" fmla="*/ 719085 h 6858000"/>
              <a:gd name="connsiteX121" fmla="*/ 11157393 w 12192000"/>
              <a:gd name="connsiteY121" fmla="*/ 702987 h 6858000"/>
              <a:gd name="connsiteX122" fmla="*/ 11157393 w 12192000"/>
              <a:gd name="connsiteY122" fmla="*/ 702892 h 6858000"/>
              <a:gd name="connsiteX123" fmla="*/ 11167490 w 12192000"/>
              <a:gd name="connsiteY123" fmla="*/ 707083 h 6858000"/>
              <a:gd name="connsiteX124" fmla="*/ 11171585 w 12192000"/>
              <a:gd name="connsiteY124" fmla="*/ 702987 h 6858000"/>
              <a:gd name="connsiteX125" fmla="*/ 11158727 w 12192000"/>
              <a:gd name="connsiteY125" fmla="*/ 697939 h 6858000"/>
              <a:gd name="connsiteX126" fmla="*/ 10998707 w 12192000"/>
              <a:gd name="connsiteY126" fmla="*/ 697939 h 6858000"/>
              <a:gd name="connsiteX127" fmla="*/ 10982991 w 12192000"/>
              <a:gd name="connsiteY127" fmla="*/ 704892 h 6858000"/>
              <a:gd name="connsiteX128" fmla="*/ 10982991 w 12192000"/>
              <a:gd name="connsiteY128" fmla="*/ 698606 h 6858000"/>
              <a:gd name="connsiteX129" fmla="*/ 10977371 w 12192000"/>
              <a:gd name="connsiteY129" fmla="*/ 698606 h 6858000"/>
              <a:gd name="connsiteX130" fmla="*/ 10977371 w 12192000"/>
              <a:gd name="connsiteY130" fmla="*/ 751946 h 6858000"/>
              <a:gd name="connsiteX131" fmla="*/ 10982991 w 12192000"/>
              <a:gd name="connsiteY131" fmla="*/ 751946 h 6858000"/>
              <a:gd name="connsiteX132" fmla="*/ 10982991 w 12192000"/>
              <a:gd name="connsiteY132" fmla="*/ 718894 h 6858000"/>
              <a:gd name="connsiteX133" fmla="*/ 10998040 w 12192000"/>
              <a:gd name="connsiteY133" fmla="*/ 702987 h 6858000"/>
              <a:gd name="connsiteX134" fmla="*/ 11012804 w 12192000"/>
              <a:gd name="connsiteY134" fmla="*/ 718894 h 6858000"/>
              <a:gd name="connsiteX135" fmla="*/ 11012804 w 12192000"/>
              <a:gd name="connsiteY135" fmla="*/ 751946 h 6858000"/>
              <a:gd name="connsiteX136" fmla="*/ 11018424 w 12192000"/>
              <a:gd name="connsiteY136" fmla="*/ 751946 h 6858000"/>
              <a:gd name="connsiteX137" fmla="*/ 11018424 w 12192000"/>
              <a:gd name="connsiteY137" fmla="*/ 717846 h 6858000"/>
              <a:gd name="connsiteX138" fmla="*/ 11012899 w 12192000"/>
              <a:gd name="connsiteY138" fmla="*/ 702987 h 6858000"/>
              <a:gd name="connsiteX139" fmla="*/ 10998707 w 12192000"/>
              <a:gd name="connsiteY139" fmla="*/ 697939 h 6858000"/>
              <a:gd name="connsiteX140" fmla="*/ 10833162 w 12192000"/>
              <a:gd name="connsiteY140" fmla="*/ 697939 h 6858000"/>
              <a:gd name="connsiteX141" fmla="*/ 10818304 w 12192000"/>
              <a:gd name="connsiteY141" fmla="*/ 703845 h 6858000"/>
              <a:gd name="connsiteX142" fmla="*/ 10811636 w 12192000"/>
              <a:gd name="connsiteY142" fmla="*/ 725276 h 6858000"/>
              <a:gd name="connsiteX143" fmla="*/ 10818304 w 12192000"/>
              <a:gd name="connsiteY143" fmla="*/ 746707 h 6858000"/>
              <a:gd name="connsiteX144" fmla="*/ 10833162 w 12192000"/>
              <a:gd name="connsiteY144" fmla="*/ 752613 h 6858000"/>
              <a:gd name="connsiteX145" fmla="*/ 10848021 w 12192000"/>
              <a:gd name="connsiteY145" fmla="*/ 746707 h 6858000"/>
              <a:gd name="connsiteX146" fmla="*/ 10854689 w 12192000"/>
              <a:gd name="connsiteY146" fmla="*/ 725276 h 6858000"/>
              <a:gd name="connsiteX147" fmla="*/ 10848021 w 12192000"/>
              <a:gd name="connsiteY147" fmla="*/ 703845 h 6858000"/>
              <a:gd name="connsiteX148" fmla="*/ 10833162 w 12192000"/>
              <a:gd name="connsiteY148" fmla="*/ 697939 h 6858000"/>
              <a:gd name="connsiteX149" fmla="*/ 10790300 w 12192000"/>
              <a:gd name="connsiteY149" fmla="*/ 697939 h 6858000"/>
              <a:gd name="connsiteX150" fmla="*/ 10774679 w 12192000"/>
              <a:gd name="connsiteY150" fmla="*/ 705654 h 6858000"/>
              <a:gd name="connsiteX151" fmla="*/ 10774679 w 12192000"/>
              <a:gd name="connsiteY151" fmla="*/ 698606 h 6858000"/>
              <a:gd name="connsiteX152" fmla="*/ 10769059 w 12192000"/>
              <a:gd name="connsiteY152" fmla="*/ 698606 h 6858000"/>
              <a:gd name="connsiteX153" fmla="*/ 10769059 w 12192000"/>
              <a:gd name="connsiteY153" fmla="*/ 751946 h 6858000"/>
              <a:gd name="connsiteX154" fmla="*/ 10774679 w 12192000"/>
              <a:gd name="connsiteY154" fmla="*/ 751946 h 6858000"/>
              <a:gd name="connsiteX155" fmla="*/ 10774679 w 12192000"/>
              <a:gd name="connsiteY155" fmla="*/ 719085 h 6858000"/>
              <a:gd name="connsiteX156" fmla="*/ 10788966 w 12192000"/>
              <a:gd name="connsiteY156" fmla="*/ 702987 h 6858000"/>
              <a:gd name="connsiteX157" fmla="*/ 10788966 w 12192000"/>
              <a:gd name="connsiteY157" fmla="*/ 702892 h 6858000"/>
              <a:gd name="connsiteX158" fmla="*/ 10799063 w 12192000"/>
              <a:gd name="connsiteY158" fmla="*/ 707083 h 6858000"/>
              <a:gd name="connsiteX159" fmla="*/ 10803159 w 12192000"/>
              <a:gd name="connsiteY159" fmla="*/ 702987 h 6858000"/>
              <a:gd name="connsiteX160" fmla="*/ 10790300 w 12192000"/>
              <a:gd name="connsiteY160" fmla="*/ 697939 h 6858000"/>
              <a:gd name="connsiteX161" fmla="*/ 11557919 w 12192000"/>
              <a:gd name="connsiteY161" fmla="*/ 681651 h 6858000"/>
              <a:gd name="connsiteX162" fmla="*/ 11557919 w 12192000"/>
              <a:gd name="connsiteY162" fmla="*/ 698701 h 6858000"/>
              <a:gd name="connsiteX163" fmla="*/ 11550585 w 12192000"/>
              <a:gd name="connsiteY163" fmla="*/ 698701 h 6858000"/>
              <a:gd name="connsiteX164" fmla="*/ 11550585 w 12192000"/>
              <a:gd name="connsiteY164" fmla="*/ 702892 h 6858000"/>
              <a:gd name="connsiteX165" fmla="*/ 11557919 w 12192000"/>
              <a:gd name="connsiteY165" fmla="*/ 702892 h 6858000"/>
              <a:gd name="connsiteX166" fmla="*/ 11557919 w 12192000"/>
              <a:gd name="connsiteY166" fmla="*/ 738039 h 6858000"/>
              <a:gd name="connsiteX167" fmla="*/ 11570778 w 12192000"/>
              <a:gd name="connsiteY167" fmla="*/ 751946 h 6858000"/>
              <a:gd name="connsiteX168" fmla="*/ 11575636 w 12192000"/>
              <a:gd name="connsiteY168" fmla="*/ 751946 h 6858000"/>
              <a:gd name="connsiteX169" fmla="*/ 11575636 w 12192000"/>
              <a:gd name="connsiteY169" fmla="*/ 746993 h 6858000"/>
              <a:gd name="connsiteX170" fmla="*/ 11571731 w 12192000"/>
              <a:gd name="connsiteY170" fmla="*/ 746993 h 6858000"/>
              <a:gd name="connsiteX171" fmla="*/ 11563539 w 12192000"/>
              <a:gd name="connsiteY171" fmla="*/ 738134 h 6858000"/>
              <a:gd name="connsiteX172" fmla="*/ 11563539 w 12192000"/>
              <a:gd name="connsiteY172" fmla="*/ 702892 h 6858000"/>
              <a:gd name="connsiteX173" fmla="*/ 11575540 w 12192000"/>
              <a:gd name="connsiteY173" fmla="*/ 702892 h 6858000"/>
              <a:gd name="connsiteX174" fmla="*/ 11575540 w 12192000"/>
              <a:gd name="connsiteY174" fmla="*/ 698701 h 6858000"/>
              <a:gd name="connsiteX175" fmla="*/ 11563539 w 12192000"/>
              <a:gd name="connsiteY175" fmla="*/ 698701 h 6858000"/>
              <a:gd name="connsiteX176" fmla="*/ 11563539 w 12192000"/>
              <a:gd name="connsiteY176" fmla="*/ 681651 h 6858000"/>
              <a:gd name="connsiteX177" fmla="*/ 11418854 w 12192000"/>
              <a:gd name="connsiteY177" fmla="*/ 681651 h 6858000"/>
              <a:gd name="connsiteX178" fmla="*/ 11418854 w 12192000"/>
              <a:gd name="connsiteY178" fmla="*/ 698701 h 6858000"/>
              <a:gd name="connsiteX179" fmla="*/ 11411520 w 12192000"/>
              <a:gd name="connsiteY179" fmla="*/ 698701 h 6858000"/>
              <a:gd name="connsiteX180" fmla="*/ 11411520 w 12192000"/>
              <a:gd name="connsiteY180" fmla="*/ 702892 h 6858000"/>
              <a:gd name="connsiteX181" fmla="*/ 11418854 w 12192000"/>
              <a:gd name="connsiteY181" fmla="*/ 702892 h 6858000"/>
              <a:gd name="connsiteX182" fmla="*/ 11418854 w 12192000"/>
              <a:gd name="connsiteY182" fmla="*/ 738039 h 6858000"/>
              <a:gd name="connsiteX183" fmla="*/ 11431713 w 12192000"/>
              <a:gd name="connsiteY183" fmla="*/ 751946 h 6858000"/>
              <a:gd name="connsiteX184" fmla="*/ 11436571 w 12192000"/>
              <a:gd name="connsiteY184" fmla="*/ 751946 h 6858000"/>
              <a:gd name="connsiteX185" fmla="*/ 11436571 w 12192000"/>
              <a:gd name="connsiteY185" fmla="*/ 746993 h 6858000"/>
              <a:gd name="connsiteX186" fmla="*/ 11432666 w 12192000"/>
              <a:gd name="connsiteY186" fmla="*/ 746993 h 6858000"/>
              <a:gd name="connsiteX187" fmla="*/ 11424474 w 12192000"/>
              <a:gd name="connsiteY187" fmla="*/ 738134 h 6858000"/>
              <a:gd name="connsiteX188" fmla="*/ 11424474 w 12192000"/>
              <a:gd name="connsiteY188" fmla="*/ 702892 h 6858000"/>
              <a:gd name="connsiteX189" fmla="*/ 11436476 w 12192000"/>
              <a:gd name="connsiteY189" fmla="*/ 702892 h 6858000"/>
              <a:gd name="connsiteX190" fmla="*/ 11436476 w 12192000"/>
              <a:gd name="connsiteY190" fmla="*/ 698701 h 6858000"/>
              <a:gd name="connsiteX191" fmla="*/ 11424474 w 12192000"/>
              <a:gd name="connsiteY191" fmla="*/ 698701 h 6858000"/>
              <a:gd name="connsiteX192" fmla="*/ 11424474 w 12192000"/>
              <a:gd name="connsiteY192" fmla="*/ 681651 h 6858000"/>
              <a:gd name="connsiteX193" fmla="*/ 11074717 w 12192000"/>
              <a:gd name="connsiteY193" fmla="*/ 678508 h 6858000"/>
              <a:gd name="connsiteX194" fmla="*/ 11097005 w 12192000"/>
              <a:gd name="connsiteY194" fmla="*/ 678508 h 6858000"/>
              <a:gd name="connsiteX195" fmla="*/ 11097005 w 12192000"/>
              <a:gd name="connsiteY195" fmla="*/ 678603 h 6858000"/>
              <a:gd name="connsiteX196" fmla="*/ 11115484 w 12192000"/>
              <a:gd name="connsiteY196" fmla="*/ 695939 h 6858000"/>
              <a:gd name="connsiteX197" fmla="*/ 11097005 w 12192000"/>
              <a:gd name="connsiteY197" fmla="*/ 713274 h 6858000"/>
              <a:gd name="connsiteX198" fmla="*/ 11074717 w 12192000"/>
              <a:gd name="connsiteY198" fmla="*/ 713274 h 6858000"/>
              <a:gd name="connsiteX199" fmla="*/ 10706289 w 12192000"/>
              <a:gd name="connsiteY199" fmla="*/ 678508 h 6858000"/>
              <a:gd name="connsiteX200" fmla="*/ 10728577 w 12192000"/>
              <a:gd name="connsiteY200" fmla="*/ 678508 h 6858000"/>
              <a:gd name="connsiteX201" fmla="*/ 10728577 w 12192000"/>
              <a:gd name="connsiteY201" fmla="*/ 678603 h 6858000"/>
              <a:gd name="connsiteX202" fmla="*/ 10747056 w 12192000"/>
              <a:gd name="connsiteY202" fmla="*/ 695939 h 6858000"/>
              <a:gd name="connsiteX203" fmla="*/ 10728577 w 12192000"/>
              <a:gd name="connsiteY203" fmla="*/ 713274 h 6858000"/>
              <a:gd name="connsiteX204" fmla="*/ 10706289 w 12192000"/>
              <a:gd name="connsiteY204" fmla="*/ 713274 h 6858000"/>
              <a:gd name="connsiteX205" fmla="*/ 11068716 w 12192000"/>
              <a:gd name="connsiteY205" fmla="*/ 673269 h 6858000"/>
              <a:gd name="connsiteX206" fmla="*/ 11068716 w 12192000"/>
              <a:gd name="connsiteY206" fmla="*/ 752041 h 6858000"/>
              <a:gd name="connsiteX207" fmla="*/ 11074717 w 12192000"/>
              <a:gd name="connsiteY207" fmla="*/ 752041 h 6858000"/>
              <a:gd name="connsiteX208" fmla="*/ 11074717 w 12192000"/>
              <a:gd name="connsiteY208" fmla="*/ 718608 h 6858000"/>
              <a:gd name="connsiteX209" fmla="*/ 11097577 w 12192000"/>
              <a:gd name="connsiteY209" fmla="*/ 718608 h 6858000"/>
              <a:gd name="connsiteX210" fmla="*/ 11121294 w 12192000"/>
              <a:gd name="connsiteY210" fmla="*/ 695939 h 6858000"/>
              <a:gd name="connsiteX211" fmla="*/ 11097577 w 12192000"/>
              <a:gd name="connsiteY211" fmla="*/ 673269 h 6858000"/>
              <a:gd name="connsiteX212" fmla="*/ 10700288 w 12192000"/>
              <a:gd name="connsiteY212" fmla="*/ 673269 h 6858000"/>
              <a:gd name="connsiteX213" fmla="*/ 10700288 w 12192000"/>
              <a:gd name="connsiteY213" fmla="*/ 752041 h 6858000"/>
              <a:gd name="connsiteX214" fmla="*/ 10706289 w 12192000"/>
              <a:gd name="connsiteY214" fmla="*/ 752041 h 6858000"/>
              <a:gd name="connsiteX215" fmla="*/ 10706289 w 12192000"/>
              <a:gd name="connsiteY215" fmla="*/ 718608 h 6858000"/>
              <a:gd name="connsiteX216" fmla="*/ 10729149 w 12192000"/>
              <a:gd name="connsiteY216" fmla="*/ 718608 h 6858000"/>
              <a:gd name="connsiteX217" fmla="*/ 10752961 w 12192000"/>
              <a:gd name="connsiteY217" fmla="*/ 695939 h 6858000"/>
              <a:gd name="connsiteX218" fmla="*/ 10729149 w 12192000"/>
              <a:gd name="connsiteY218" fmla="*/ 673269 h 6858000"/>
              <a:gd name="connsiteX219" fmla="*/ 11529059 w 12192000"/>
              <a:gd name="connsiteY219" fmla="*/ 673174 h 6858000"/>
              <a:gd name="connsiteX220" fmla="*/ 11529059 w 12192000"/>
              <a:gd name="connsiteY220" fmla="*/ 680127 h 6858000"/>
              <a:gd name="connsiteX221" fmla="*/ 11536012 w 12192000"/>
              <a:gd name="connsiteY221" fmla="*/ 680127 h 6858000"/>
              <a:gd name="connsiteX222" fmla="*/ 11536012 w 12192000"/>
              <a:gd name="connsiteY222" fmla="*/ 673174 h 6858000"/>
              <a:gd name="connsiteX223" fmla="*/ 11451906 w 12192000"/>
              <a:gd name="connsiteY223" fmla="*/ 673174 h 6858000"/>
              <a:gd name="connsiteX224" fmla="*/ 11451906 w 12192000"/>
              <a:gd name="connsiteY224" fmla="*/ 680127 h 6858000"/>
              <a:gd name="connsiteX225" fmla="*/ 11458859 w 12192000"/>
              <a:gd name="connsiteY225" fmla="*/ 680127 h 6858000"/>
              <a:gd name="connsiteX226" fmla="*/ 11458859 w 12192000"/>
              <a:gd name="connsiteY226" fmla="*/ 673174 h 6858000"/>
              <a:gd name="connsiteX227" fmla="*/ 11274170 w 12192000"/>
              <a:gd name="connsiteY227" fmla="*/ 673174 h 6858000"/>
              <a:gd name="connsiteX228" fmla="*/ 11274170 w 12192000"/>
              <a:gd name="connsiteY228" fmla="*/ 705464 h 6858000"/>
              <a:gd name="connsiteX229" fmla="*/ 11258358 w 12192000"/>
              <a:gd name="connsiteY229" fmla="*/ 697939 h 6858000"/>
              <a:gd name="connsiteX230" fmla="*/ 11245309 w 12192000"/>
              <a:gd name="connsiteY230" fmla="*/ 702606 h 6858000"/>
              <a:gd name="connsiteX231" fmla="*/ 11238451 w 12192000"/>
              <a:gd name="connsiteY231" fmla="*/ 725276 h 6858000"/>
              <a:gd name="connsiteX232" fmla="*/ 11245309 w 12192000"/>
              <a:gd name="connsiteY232" fmla="*/ 747945 h 6858000"/>
              <a:gd name="connsiteX233" fmla="*/ 11258358 w 12192000"/>
              <a:gd name="connsiteY233" fmla="*/ 752613 h 6858000"/>
              <a:gd name="connsiteX234" fmla="*/ 11274170 w 12192000"/>
              <a:gd name="connsiteY234" fmla="*/ 745088 h 6858000"/>
              <a:gd name="connsiteX235" fmla="*/ 11274170 w 12192000"/>
              <a:gd name="connsiteY235" fmla="*/ 751946 h 6858000"/>
              <a:gd name="connsiteX236" fmla="*/ 11279789 w 12192000"/>
              <a:gd name="connsiteY236" fmla="*/ 751946 h 6858000"/>
              <a:gd name="connsiteX237" fmla="*/ 11279789 w 12192000"/>
              <a:gd name="connsiteY237" fmla="*/ 673174 h 6858000"/>
              <a:gd name="connsiteX238" fmla="*/ 10274998 w 12192000"/>
              <a:gd name="connsiteY238" fmla="*/ 493532 h 6858000"/>
              <a:gd name="connsiteX239" fmla="*/ 10315860 w 12192000"/>
              <a:gd name="connsiteY239" fmla="*/ 493532 h 6858000"/>
              <a:gd name="connsiteX240" fmla="*/ 10342054 w 12192000"/>
              <a:gd name="connsiteY240" fmla="*/ 517916 h 6858000"/>
              <a:gd name="connsiteX241" fmla="*/ 10315860 w 12192000"/>
              <a:gd name="connsiteY241" fmla="*/ 542586 h 6858000"/>
              <a:gd name="connsiteX242" fmla="*/ 10274998 w 12192000"/>
              <a:gd name="connsiteY242" fmla="*/ 542586 h 6858000"/>
              <a:gd name="connsiteX243" fmla="*/ 11151773 w 12192000"/>
              <a:gd name="connsiteY243" fmla="*/ 436668 h 6858000"/>
              <a:gd name="connsiteX244" fmla="*/ 11176253 w 12192000"/>
              <a:gd name="connsiteY244" fmla="*/ 509248 h 6858000"/>
              <a:gd name="connsiteX245" fmla="*/ 11126341 w 12192000"/>
              <a:gd name="connsiteY245" fmla="*/ 509248 h 6858000"/>
              <a:gd name="connsiteX246" fmla="*/ 10451209 w 12192000"/>
              <a:gd name="connsiteY246" fmla="*/ 418380 h 6858000"/>
              <a:gd name="connsiteX247" fmla="*/ 10433398 w 12192000"/>
              <a:gd name="connsiteY247" fmla="*/ 483531 h 6858000"/>
              <a:gd name="connsiteX248" fmla="*/ 10469021 w 12192000"/>
              <a:gd name="connsiteY248" fmla="*/ 556969 h 6858000"/>
              <a:gd name="connsiteX249" fmla="*/ 10609420 w 12192000"/>
              <a:gd name="connsiteY249" fmla="*/ 558683 h 6858000"/>
              <a:gd name="connsiteX250" fmla="*/ 10580845 w 12192000"/>
              <a:gd name="connsiteY250" fmla="*/ 533347 h 6858000"/>
              <a:gd name="connsiteX251" fmla="*/ 10494167 w 12192000"/>
              <a:gd name="connsiteY251" fmla="*/ 528870 h 6858000"/>
              <a:gd name="connsiteX252" fmla="*/ 10494072 w 12192000"/>
              <a:gd name="connsiteY252" fmla="*/ 528965 h 6858000"/>
              <a:gd name="connsiteX253" fmla="*/ 10471021 w 12192000"/>
              <a:gd name="connsiteY253" fmla="*/ 481436 h 6858000"/>
              <a:gd name="connsiteX254" fmla="*/ 10479784 w 12192000"/>
              <a:gd name="connsiteY254" fmla="*/ 443716 h 6858000"/>
              <a:gd name="connsiteX255" fmla="*/ 11534584 w 12192000"/>
              <a:gd name="connsiteY255" fmla="*/ 412569 h 6858000"/>
              <a:gd name="connsiteX256" fmla="*/ 11564111 w 12192000"/>
              <a:gd name="connsiteY256" fmla="*/ 412569 h 6858000"/>
              <a:gd name="connsiteX257" fmla="*/ 11593448 w 12192000"/>
              <a:gd name="connsiteY257" fmla="*/ 424952 h 6858000"/>
              <a:gd name="connsiteX258" fmla="*/ 11593448 w 12192000"/>
              <a:gd name="connsiteY258" fmla="*/ 424857 h 6858000"/>
              <a:gd name="connsiteX259" fmla="*/ 11601925 w 12192000"/>
              <a:gd name="connsiteY259" fmla="*/ 476768 h 6858000"/>
              <a:gd name="connsiteX260" fmla="*/ 11593448 w 12192000"/>
              <a:gd name="connsiteY260" fmla="*/ 530298 h 6858000"/>
              <a:gd name="connsiteX261" fmla="*/ 11564111 w 12192000"/>
              <a:gd name="connsiteY261" fmla="*/ 542681 h 6858000"/>
              <a:gd name="connsiteX262" fmla="*/ 11534584 w 12192000"/>
              <a:gd name="connsiteY262" fmla="*/ 542681 h 6858000"/>
              <a:gd name="connsiteX263" fmla="*/ 10274998 w 12192000"/>
              <a:gd name="connsiteY263" fmla="*/ 412569 h 6858000"/>
              <a:gd name="connsiteX264" fmla="*/ 10313384 w 12192000"/>
              <a:gd name="connsiteY264" fmla="*/ 412569 h 6858000"/>
              <a:gd name="connsiteX265" fmla="*/ 10313288 w 12192000"/>
              <a:gd name="connsiteY265" fmla="*/ 412665 h 6858000"/>
              <a:gd name="connsiteX266" fmla="*/ 10339196 w 12192000"/>
              <a:gd name="connsiteY266" fmla="*/ 435620 h 6858000"/>
              <a:gd name="connsiteX267" fmla="*/ 10313288 w 12192000"/>
              <a:gd name="connsiteY267" fmla="*/ 458575 h 6858000"/>
              <a:gd name="connsiteX268" fmla="*/ 10274998 w 12192000"/>
              <a:gd name="connsiteY268" fmla="*/ 458575 h 6858000"/>
              <a:gd name="connsiteX269" fmla="*/ 11363991 w 12192000"/>
              <a:gd name="connsiteY269" fmla="*/ 412474 h 6858000"/>
              <a:gd name="connsiteX270" fmla="*/ 11392471 w 12192000"/>
              <a:gd name="connsiteY270" fmla="*/ 438858 h 6858000"/>
              <a:gd name="connsiteX271" fmla="*/ 11363991 w 12192000"/>
              <a:gd name="connsiteY271" fmla="*/ 465243 h 6858000"/>
              <a:gd name="connsiteX272" fmla="*/ 11327034 w 12192000"/>
              <a:gd name="connsiteY272" fmla="*/ 465243 h 6858000"/>
              <a:gd name="connsiteX273" fmla="*/ 11327034 w 12192000"/>
              <a:gd name="connsiteY273" fmla="*/ 412569 h 6858000"/>
              <a:gd name="connsiteX274" fmla="*/ 11363991 w 12192000"/>
              <a:gd name="connsiteY274" fmla="*/ 412569 h 6858000"/>
              <a:gd name="connsiteX275" fmla="*/ 10619802 w 12192000"/>
              <a:gd name="connsiteY275" fmla="*/ 406188 h 6858000"/>
              <a:gd name="connsiteX276" fmla="*/ 10594466 w 12192000"/>
              <a:gd name="connsiteY276" fmla="*/ 434477 h 6858000"/>
              <a:gd name="connsiteX277" fmla="*/ 10609527 w 12192000"/>
              <a:gd name="connsiteY277" fmla="*/ 475173 h 6858000"/>
              <a:gd name="connsiteX278" fmla="*/ 10597231 w 12192000"/>
              <a:gd name="connsiteY278" fmla="*/ 516860 h 6858000"/>
              <a:gd name="connsiteX279" fmla="*/ 10597133 w 12192000"/>
              <a:gd name="connsiteY279" fmla="*/ 516773 h 6858000"/>
              <a:gd name="connsiteX280" fmla="*/ 10597228 w 12192000"/>
              <a:gd name="connsiteY280" fmla="*/ 516869 h 6858000"/>
              <a:gd name="connsiteX281" fmla="*/ 10597231 w 12192000"/>
              <a:gd name="connsiteY281" fmla="*/ 516860 h 6858000"/>
              <a:gd name="connsiteX282" fmla="*/ 10625422 w 12192000"/>
              <a:gd name="connsiteY282" fmla="*/ 541919 h 6858000"/>
              <a:gd name="connsiteX283" fmla="*/ 10647234 w 12192000"/>
              <a:gd name="connsiteY283" fmla="*/ 477530 h 6858000"/>
              <a:gd name="connsiteX284" fmla="*/ 10619802 w 12192000"/>
              <a:gd name="connsiteY284" fmla="*/ 406188 h 6858000"/>
              <a:gd name="connsiteX285" fmla="*/ 11495436 w 12192000"/>
              <a:gd name="connsiteY285" fmla="*/ 377803 h 6858000"/>
              <a:gd name="connsiteX286" fmla="*/ 11495436 w 12192000"/>
              <a:gd name="connsiteY286" fmla="*/ 577352 h 6858000"/>
              <a:gd name="connsiteX287" fmla="*/ 11567826 w 12192000"/>
              <a:gd name="connsiteY287" fmla="*/ 577352 h 6858000"/>
              <a:gd name="connsiteX288" fmla="*/ 11620785 w 12192000"/>
              <a:gd name="connsiteY288" fmla="*/ 558302 h 6858000"/>
              <a:gd name="connsiteX289" fmla="*/ 11641073 w 12192000"/>
              <a:gd name="connsiteY289" fmla="*/ 476768 h 6858000"/>
              <a:gd name="connsiteX290" fmla="*/ 11620785 w 12192000"/>
              <a:gd name="connsiteY290" fmla="*/ 396853 h 6858000"/>
              <a:gd name="connsiteX291" fmla="*/ 11567826 w 12192000"/>
              <a:gd name="connsiteY291" fmla="*/ 377803 h 6858000"/>
              <a:gd name="connsiteX292" fmla="*/ 11287886 w 12192000"/>
              <a:gd name="connsiteY292" fmla="*/ 377803 h 6858000"/>
              <a:gd name="connsiteX293" fmla="*/ 11287886 w 12192000"/>
              <a:gd name="connsiteY293" fmla="*/ 577352 h 6858000"/>
              <a:gd name="connsiteX294" fmla="*/ 11327034 w 12192000"/>
              <a:gd name="connsiteY294" fmla="*/ 577352 h 6858000"/>
              <a:gd name="connsiteX295" fmla="*/ 11327034 w 12192000"/>
              <a:gd name="connsiteY295" fmla="*/ 497723 h 6858000"/>
              <a:gd name="connsiteX296" fmla="*/ 11355228 w 12192000"/>
              <a:gd name="connsiteY296" fmla="*/ 497723 h 6858000"/>
              <a:gd name="connsiteX297" fmla="*/ 11394376 w 12192000"/>
              <a:gd name="connsiteY297" fmla="*/ 577352 h 6858000"/>
              <a:gd name="connsiteX298" fmla="*/ 11394376 w 12192000"/>
              <a:gd name="connsiteY298" fmla="*/ 577447 h 6858000"/>
              <a:gd name="connsiteX299" fmla="*/ 11439715 w 12192000"/>
              <a:gd name="connsiteY299" fmla="*/ 577447 h 6858000"/>
              <a:gd name="connsiteX300" fmla="*/ 11394852 w 12192000"/>
              <a:gd name="connsiteY300" fmla="*/ 491341 h 6858000"/>
              <a:gd name="connsiteX301" fmla="*/ 11431523 w 12192000"/>
              <a:gd name="connsiteY301" fmla="*/ 438954 h 6858000"/>
              <a:gd name="connsiteX302" fmla="*/ 11366467 w 12192000"/>
              <a:gd name="connsiteY302" fmla="*/ 377803 h 6858000"/>
              <a:gd name="connsiteX303" fmla="*/ 11135485 w 12192000"/>
              <a:gd name="connsiteY303" fmla="*/ 377803 h 6858000"/>
              <a:gd name="connsiteX304" fmla="*/ 11062524 w 12192000"/>
              <a:gd name="connsiteY304" fmla="*/ 577447 h 6858000"/>
              <a:gd name="connsiteX305" fmla="*/ 11103386 w 12192000"/>
              <a:gd name="connsiteY305" fmla="*/ 577447 h 6858000"/>
              <a:gd name="connsiteX306" fmla="*/ 11115483 w 12192000"/>
              <a:gd name="connsiteY306" fmla="*/ 542109 h 6858000"/>
              <a:gd name="connsiteX307" fmla="*/ 11186730 w 12192000"/>
              <a:gd name="connsiteY307" fmla="*/ 542109 h 6858000"/>
              <a:gd name="connsiteX308" fmla="*/ 11198541 w 12192000"/>
              <a:gd name="connsiteY308" fmla="*/ 577447 h 6858000"/>
              <a:gd name="connsiteX309" fmla="*/ 11198636 w 12192000"/>
              <a:gd name="connsiteY309" fmla="*/ 577447 h 6858000"/>
              <a:gd name="connsiteX310" fmla="*/ 11239499 w 12192000"/>
              <a:gd name="connsiteY310" fmla="*/ 577447 h 6858000"/>
              <a:gd name="connsiteX311" fmla="*/ 11166251 w 12192000"/>
              <a:gd name="connsiteY311" fmla="*/ 377803 h 6858000"/>
              <a:gd name="connsiteX312" fmla="*/ 10235850 w 12192000"/>
              <a:gd name="connsiteY312" fmla="*/ 377803 h 6858000"/>
              <a:gd name="connsiteX313" fmla="*/ 10235850 w 12192000"/>
              <a:gd name="connsiteY313" fmla="*/ 577542 h 6858000"/>
              <a:gd name="connsiteX314" fmla="*/ 10319765 w 12192000"/>
              <a:gd name="connsiteY314" fmla="*/ 577542 h 6858000"/>
              <a:gd name="connsiteX315" fmla="*/ 10319861 w 12192000"/>
              <a:gd name="connsiteY315" fmla="*/ 577447 h 6858000"/>
              <a:gd name="connsiteX316" fmla="*/ 10381297 w 12192000"/>
              <a:gd name="connsiteY316" fmla="*/ 520011 h 6858000"/>
              <a:gd name="connsiteX317" fmla="*/ 10353674 w 12192000"/>
              <a:gd name="connsiteY317" fmla="*/ 475148 h 6858000"/>
              <a:gd name="connsiteX318" fmla="*/ 10378439 w 12192000"/>
              <a:gd name="connsiteY318" fmla="*/ 433905 h 6858000"/>
              <a:gd name="connsiteX319" fmla="*/ 10316432 w 12192000"/>
              <a:gd name="connsiteY319" fmla="*/ 377803 h 6858000"/>
              <a:gd name="connsiteX320" fmla="*/ 10957845 w 12192000"/>
              <a:gd name="connsiteY320" fmla="*/ 376089 h 6858000"/>
              <a:gd name="connsiteX321" fmla="*/ 10888026 w 12192000"/>
              <a:gd name="connsiteY321" fmla="*/ 436668 h 6858000"/>
              <a:gd name="connsiteX322" fmla="*/ 10902409 w 12192000"/>
              <a:gd name="connsiteY322" fmla="*/ 475911 h 6858000"/>
              <a:gd name="connsiteX323" fmla="*/ 10941271 w 12192000"/>
              <a:gd name="connsiteY323" fmla="*/ 492485 h 6858000"/>
              <a:gd name="connsiteX324" fmla="*/ 10965560 w 12192000"/>
              <a:gd name="connsiteY324" fmla="*/ 495818 h 6858000"/>
              <a:gd name="connsiteX325" fmla="*/ 10983277 w 12192000"/>
              <a:gd name="connsiteY325" fmla="*/ 502772 h 6858000"/>
              <a:gd name="connsiteX326" fmla="*/ 10989468 w 12192000"/>
              <a:gd name="connsiteY326" fmla="*/ 519631 h 6858000"/>
              <a:gd name="connsiteX327" fmla="*/ 10954035 w 12192000"/>
              <a:gd name="connsiteY327" fmla="*/ 544301 h 6858000"/>
              <a:gd name="connsiteX328" fmla="*/ 10905552 w 12192000"/>
              <a:gd name="connsiteY328" fmla="*/ 527441 h 6858000"/>
              <a:gd name="connsiteX329" fmla="*/ 10880216 w 12192000"/>
              <a:gd name="connsiteY329" fmla="*/ 552682 h 6858000"/>
              <a:gd name="connsiteX330" fmla="*/ 10912803 w 12192000"/>
              <a:gd name="connsiteY330" fmla="*/ 573340 h 6858000"/>
              <a:gd name="connsiteX331" fmla="*/ 10953416 w 12192000"/>
              <a:gd name="connsiteY331" fmla="*/ 579060 h 6858000"/>
              <a:gd name="connsiteX332" fmla="*/ 10953368 w 12192000"/>
              <a:gd name="connsiteY332" fmla="*/ 579067 h 6858000"/>
              <a:gd name="connsiteX333" fmla="*/ 10953463 w 12192000"/>
              <a:gd name="connsiteY333" fmla="*/ 579067 h 6858000"/>
              <a:gd name="connsiteX334" fmla="*/ 10953416 w 12192000"/>
              <a:gd name="connsiteY334" fmla="*/ 579060 h 6858000"/>
              <a:gd name="connsiteX335" fmla="*/ 10982712 w 12192000"/>
              <a:gd name="connsiteY335" fmla="*/ 575040 h 6858000"/>
              <a:gd name="connsiteX336" fmla="*/ 11027758 w 12192000"/>
              <a:gd name="connsiteY336" fmla="*/ 518488 h 6858000"/>
              <a:gd name="connsiteX337" fmla="*/ 11012233 w 12192000"/>
              <a:gd name="connsiteY337" fmla="*/ 476197 h 6858000"/>
              <a:gd name="connsiteX338" fmla="*/ 10973942 w 12192000"/>
              <a:gd name="connsiteY338" fmla="*/ 460766 h 6858000"/>
              <a:gd name="connsiteX339" fmla="*/ 10950225 w 12192000"/>
              <a:gd name="connsiteY339" fmla="*/ 457433 h 6858000"/>
              <a:gd name="connsiteX340" fmla="*/ 10931651 w 12192000"/>
              <a:gd name="connsiteY340" fmla="*/ 449622 h 6858000"/>
              <a:gd name="connsiteX341" fmla="*/ 10925745 w 12192000"/>
              <a:gd name="connsiteY341" fmla="*/ 435335 h 6858000"/>
              <a:gd name="connsiteX342" fmla="*/ 10956702 w 12192000"/>
              <a:gd name="connsiteY342" fmla="*/ 410093 h 6858000"/>
              <a:gd name="connsiteX343" fmla="*/ 10997850 w 12192000"/>
              <a:gd name="connsiteY343" fmla="*/ 423809 h 6858000"/>
              <a:gd name="connsiteX344" fmla="*/ 11022710 w 12192000"/>
              <a:gd name="connsiteY344" fmla="*/ 399425 h 6858000"/>
              <a:gd name="connsiteX345" fmla="*/ 10957845 w 12192000"/>
              <a:gd name="connsiteY345" fmla="*/ 376089 h 6858000"/>
              <a:gd name="connsiteX346" fmla="*/ 10767821 w 12192000"/>
              <a:gd name="connsiteY346" fmla="*/ 376089 h 6858000"/>
              <a:gd name="connsiteX347" fmla="*/ 10697907 w 12192000"/>
              <a:gd name="connsiteY347" fmla="*/ 436668 h 6858000"/>
              <a:gd name="connsiteX348" fmla="*/ 10712290 w 12192000"/>
              <a:gd name="connsiteY348" fmla="*/ 475911 h 6858000"/>
              <a:gd name="connsiteX349" fmla="*/ 10751152 w 12192000"/>
              <a:gd name="connsiteY349" fmla="*/ 492485 h 6858000"/>
              <a:gd name="connsiteX350" fmla="*/ 10775345 w 12192000"/>
              <a:gd name="connsiteY350" fmla="*/ 495818 h 6858000"/>
              <a:gd name="connsiteX351" fmla="*/ 10793062 w 12192000"/>
              <a:gd name="connsiteY351" fmla="*/ 502772 h 6858000"/>
              <a:gd name="connsiteX352" fmla="*/ 10799253 w 12192000"/>
              <a:gd name="connsiteY352" fmla="*/ 519631 h 6858000"/>
              <a:gd name="connsiteX353" fmla="*/ 10763725 w 12192000"/>
              <a:gd name="connsiteY353" fmla="*/ 544301 h 6858000"/>
              <a:gd name="connsiteX354" fmla="*/ 10715243 w 12192000"/>
              <a:gd name="connsiteY354" fmla="*/ 527441 h 6858000"/>
              <a:gd name="connsiteX355" fmla="*/ 10689906 w 12192000"/>
              <a:gd name="connsiteY355" fmla="*/ 552682 h 6858000"/>
              <a:gd name="connsiteX356" fmla="*/ 10763153 w 12192000"/>
              <a:gd name="connsiteY356" fmla="*/ 579067 h 6858000"/>
              <a:gd name="connsiteX357" fmla="*/ 10763344 w 12192000"/>
              <a:gd name="connsiteY357" fmla="*/ 579067 h 6858000"/>
              <a:gd name="connsiteX358" fmla="*/ 10837734 w 12192000"/>
              <a:gd name="connsiteY358" fmla="*/ 518488 h 6858000"/>
              <a:gd name="connsiteX359" fmla="*/ 10822208 w 12192000"/>
              <a:gd name="connsiteY359" fmla="*/ 476197 h 6858000"/>
              <a:gd name="connsiteX360" fmla="*/ 10783918 w 12192000"/>
              <a:gd name="connsiteY360" fmla="*/ 460766 h 6858000"/>
              <a:gd name="connsiteX361" fmla="*/ 10760201 w 12192000"/>
              <a:gd name="connsiteY361" fmla="*/ 457433 h 6858000"/>
              <a:gd name="connsiteX362" fmla="*/ 10741627 w 12192000"/>
              <a:gd name="connsiteY362" fmla="*/ 449622 h 6858000"/>
              <a:gd name="connsiteX363" fmla="*/ 10735721 w 12192000"/>
              <a:gd name="connsiteY363" fmla="*/ 435335 h 6858000"/>
              <a:gd name="connsiteX364" fmla="*/ 10766678 w 12192000"/>
              <a:gd name="connsiteY364" fmla="*/ 410093 h 6858000"/>
              <a:gd name="connsiteX365" fmla="*/ 10807826 w 12192000"/>
              <a:gd name="connsiteY365" fmla="*/ 423809 h 6858000"/>
              <a:gd name="connsiteX366" fmla="*/ 10832591 w 12192000"/>
              <a:gd name="connsiteY366" fmla="*/ 399425 h 6858000"/>
              <a:gd name="connsiteX367" fmla="*/ 10767821 w 12192000"/>
              <a:gd name="connsiteY367" fmla="*/ 376089 h 6858000"/>
              <a:gd name="connsiteX368" fmla="*/ 10532506 w 12192000"/>
              <a:gd name="connsiteY368" fmla="*/ 371338 h 6858000"/>
              <a:gd name="connsiteX369" fmla="*/ 10466164 w 12192000"/>
              <a:gd name="connsiteY369" fmla="*/ 400568 h 6858000"/>
              <a:gd name="connsiteX370" fmla="*/ 10494453 w 12192000"/>
              <a:gd name="connsiteY370" fmla="*/ 425619 h 6858000"/>
              <a:gd name="connsiteX371" fmla="*/ 10534672 w 12192000"/>
              <a:gd name="connsiteY371" fmla="*/ 408747 h 6858000"/>
              <a:gd name="connsiteX372" fmla="*/ 10577028 w 12192000"/>
              <a:gd name="connsiteY372" fmla="*/ 418949 h 6858000"/>
              <a:gd name="connsiteX373" fmla="*/ 10576940 w 12192000"/>
              <a:gd name="connsiteY373" fmla="*/ 419047 h 6858000"/>
              <a:gd name="connsiteX374" fmla="*/ 10577035 w 12192000"/>
              <a:gd name="connsiteY374" fmla="*/ 418951 h 6858000"/>
              <a:gd name="connsiteX375" fmla="*/ 10577028 w 12192000"/>
              <a:gd name="connsiteY375" fmla="*/ 418949 h 6858000"/>
              <a:gd name="connsiteX376" fmla="*/ 10602276 w 12192000"/>
              <a:gd name="connsiteY376" fmla="*/ 390757 h 6858000"/>
              <a:gd name="connsiteX377" fmla="*/ 10532506 w 12192000"/>
              <a:gd name="connsiteY377" fmla="*/ 371338 h 6858000"/>
              <a:gd name="connsiteX378" fmla="*/ 0 w 12192000"/>
              <a:gd name="connsiteY378" fmla="*/ 0 h 6858000"/>
              <a:gd name="connsiteX379" fmla="*/ 12192000 w 12192000"/>
              <a:gd name="connsiteY379" fmla="*/ 0 h 6858000"/>
              <a:gd name="connsiteX380" fmla="*/ 12192000 w 12192000"/>
              <a:gd name="connsiteY380" fmla="*/ 6858000 h 6858000"/>
              <a:gd name="connsiteX381" fmla="*/ 0 w 12192000"/>
              <a:gd name="connsiteY38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</a:cxnLst>
            <a:rect l="l" t="t" r="r" b="b"/>
            <a:pathLst>
              <a:path w="12192000" h="6858000">
                <a:moveTo>
                  <a:pt x="11334940" y="745563"/>
                </a:moveTo>
                <a:lnTo>
                  <a:pt x="11335035" y="745659"/>
                </a:lnTo>
                <a:lnTo>
                  <a:pt x="11334940" y="745701"/>
                </a:lnTo>
                <a:close/>
                <a:moveTo>
                  <a:pt x="11259120" y="702987"/>
                </a:moveTo>
                <a:cubicBezTo>
                  <a:pt x="11272170" y="702987"/>
                  <a:pt x="11274170" y="714131"/>
                  <a:pt x="11274170" y="725276"/>
                </a:cubicBezTo>
                <a:cubicBezTo>
                  <a:pt x="11274170" y="736420"/>
                  <a:pt x="11272170" y="747660"/>
                  <a:pt x="11259120" y="747660"/>
                </a:cubicBezTo>
                <a:cubicBezTo>
                  <a:pt x="11246071" y="747660"/>
                  <a:pt x="11244071" y="736325"/>
                  <a:pt x="11244071" y="725276"/>
                </a:cubicBezTo>
                <a:cubicBezTo>
                  <a:pt x="11244071" y="714227"/>
                  <a:pt x="11246071" y="702987"/>
                  <a:pt x="11259120" y="702987"/>
                </a:cubicBezTo>
                <a:close/>
                <a:moveTo>
                  <a:pt x="10938699" y="702987"/>
                </a:moveTo>
                <a:cubicBezTo>
                  <a:pt x="10944891" y="702987"/>
                  <a:pt x="10950224" y="706321"/>
                  <a:pt x="10952510" y="711940"/>
                </a:cubicBezTo>
                <a:cubicBezTo>
                  <a:pt x="10953939" y="715179"/>
                  <a:pt x="10954035" y="716989"/>
                  <a:pt x="10954416" y="722037"/>
                </a:cubicBezTo>
                <a:lnTo>
                  <a:pt x="10922983" y="722037"/>
                </a:lnTo>
                <a:cubicBezTo>
                  <a:pt x="10923364" y="716798"/>
                  <a:pt x="10923650" y="715369"/>
                  <a:pt x="10924888" y="711940"/>
                </a:cubicBezTo>
                <a:cubicBezTo>
                  <a:pt x="10927174" y="706321"/>
                  <a:pt x="10932508" y="702987"/>
                  <a:pt x="10938699" y="702987"/>
                </a:cubicBezTo>
                <a:close/>
                <a:moveTo>
                  <a:pt x="11201684" y="702892"/>
                </a:moveTo>
                <a:cubicBezTo>
                  <a:pt x="11205970" y="702892"/>
                  <a:pt x="11209780" y="704511"/>
                  <a:pt x="11212733" y="707464"/>
                </a:cubicBezTo>
                <a:cubicBezTo>
                  <a:pt x="11217115" y="711846"/>
                  <a:pt x="11217496" y="719085"/>
                  <a:pt x="11217496" y="725276"/>
                </a:cubicBezTo>
                <a:cubicBezTo>
                  <a:pt x="11217496" y="731467"/>
                  <a:pt x="11217115" y="738706"/>
                  <a:pt x="11212733" y="743088"/>
                </a:cubicBezTo>
                <a:cubicBezTo>
                  <a:pt x="11209780" y="746136"/>
                  <a:pt x="11205970" y="747660"/>
                  <a:pt x="11201684" y="747660"/>
                </a:cubicBezTo>
                <a:cubicBezTo>
                  <a:pt x="11197398" y="747660"/>
                  <a:pt x="11193588" y="746040"/>
                  <a:pt x="11190635" y="743088"/>
                </a:cubicBezTo>
                <a:cubicBezTo>
                  <a:pt x="11186158" y="738706"/>
                  <a:pt x="11185873" y="731467"/>
                  <a:pt x="11185873" y="725276"/>
                </a:cubicBezTo>
                <a:cubicBezTo>
                  <a:pt x="11185873" y="719085"/>
                  <a:pt x="11186158" y="711846"/>
                  <a:pt x="11190635" y="707464"/>
                </a:cubicBezTo>
                <a:cubicBezTo>
                  <a:pt x="11193588" y="704416"/>
                  <a:pt x="11197398" y="702892"/>
                  <a:pt x="11201684" y="702892"/>
                </a:cubicBezTo>
                <a:close/>
                <a:moveTo>
                  <a:pt x="10833258" y="702892"/>
                </a:moveTo>
                <a:cubicBezTo>
                  <a:pt x="10837544" y="702892"/>
                  <a:pt x="10841354" y="704511"/>
                  <a:pt x="10844307" y="707464"/>
                </a:cubicBezTo>
                <a:cubicBezTo>
                  <a:pt x="10848783" y="711846"/>
                  <a:pt x="10849069" y="719085"/>
                  <a:pt x="10849069" y="725276"/>
                </a:cubicBezTo>
                <a:cubicBezTo>
                  <a:pt x="10849069" y="731467"/>
                  <a:pt x="10848688" y="738706"/>
                  <a:pt x="10844307" y="743088"/>
                </a:cubicBezTo>
                <a:cubicBezTo>
                  <a:pt x="10841354" y="746136"/>
                  <a:pt x="10837544" y="747660"/>
                  <a:pt x="10833258" y="747660"/>
                </a:cubicBezTo>
                <a:cubicBezTo>
                  <a:pt x="10828971" y="747660"/>
                  <a:pt x="10825161" y="746040"/>
                  <a:pt x="10822209" y="743088"/>
                </a:cubicBezTo>
                <a:cubicBezTo>
                  <a:pt x="10817827" y="738706"/>
                  <a:pt x="10817446" y="731467"/>
                  <a:pt x="10817446" y="725276"/>
                </a:cubicBezTo>
                <a:cubicBezTo>
                  <a:pt x="10817446" y="719085"/>
                  <a:pt x="10817827" y="711846"/>
                  <a:pt x="10822209" y="707464"/>
                </a:cubicBezTo>
                <a:cubicBezTo>
                  <a:pt x="10825161" y="704416"/>
                  <a:pt x="10828971" y="702892"/>
                  <a:pt x="10833258" y="702892"/>
                </a:cubicBezTo>
                <a:close/>
                <a:moveTo>
                  <a:pt x="11529726" y="698606"/>
                </a:moveTo>
                <a:lnTo>
                  <a:pt x="11529726" y="751946"/>
                </a:lnTo>
                <a:lnTo>
                  <a:pt x="11535345" y="751946"/>
                </a:lnTo>
                <a:lnTo>
                  <a:pt x="11535345" y="698606"/>
                </a:lnTo>
                <a:close/>
                <a:moveTo>
                  <a:pt x="11452573" y="698606"/>
                </a:moveTo>
                <a:lnTo>
                  <a:pt x="11452573" y="751946"/>
                </a:lnTo>
                <a:lnTo>
                  <a:pt x="11458193" y="751946"/>
                </a:lnTo>
                <a:lnTo>
                  <a:pt x="11458193" y="698606"/>
                </a:lnTo>
                <a:close/>
                <a:moveTo>
                  <a:pt x="11586780" y="698605"/>
                </a:moveTo>
                <a:lnTo>
                  <a:pt x="11606211" y="751945"/>
                </a:lnTo>
                <a:lnTo>
                  <a:pt x="11601925" y="763756"/>
                </a:lnTo>
                <a:cubicBezTo>
                  <a:pt x="11600020" y="769090"/>
                  <a:pt x="11598305" y="771090"/>
                  <a:pt x="11592209" y="771090"/>
                </a:cubicBezTo>
                <a:lnTo>
                  <a:pt x="11590114" y="771090"/>
                </a:lnTo>
                <a:lnTo>
                  <a:pt x="11590114" y="776043"/>
                </a:lnTo>
                <a:lnTo>
                  <a:pt x="11592781" y="776043"/>
                </a:lnTo>
                <a:cubicBezTo>
                  <a:pt x="11596305" y="776043"/>
                  <a:pt x="11600210" y="775186"/>
                  <a:pt x="11602877" y="772614"/>
                </a:cubicBezTo>
                <a:cubicBezTo>
                  <a:pt x="11604306" y="771376"/>
                  <a:pt x="11605449" y="769281"/>
                  <a:pt x="11606497" y="766423"/>
                </a:cubicBezTo>
                <a:lnTo>
                  <a:pt x="11631262" y="698605"/>
                </a:lnTo>
                <a:lnTo>
                  <a:pt x="11625071" y="698605"/>
                </a:lnTo>
                <a:lnTo>
                  <a:pt x="11608973" y="745278"/>
                </a:lnTo>
                <a:lnTo>
                  <a:pt x="11592971" y="698605"/>
                </a:lnTo>
                <a:close/>
                <a:moveTo>
                  <a:pt x="11471623" y="698605"/>
                </a:moveTo>
                <a:lnTo>
                  <a:pt x="11491149" y="751945"/>
                </a:lnTo>
                <a:lnTo>
                  <a:pt x="11496674" y="751945"/>
                </a:lnTo>
                <a:lnTo>
                  <a:pt x="11516105" y="698605"/>
                </a:lnTo>
                <a:lnTo>
                  <a:pt x="11509913" y="698605"/>
                </a:lnTo>
                <a:lnTo>
                  <a:pt x="11493911" y="745278"/>
                </a:lnTo>
                <a:lnTo>
                  <a:pt x="11477814" y="698605"/>
                </a:lnTo>
                <a:close/>
                <a:moveTo>
                  <a:pt x="10863833" y="698605"/>
                </a:moveTo>
                <a:lnTo>
                  <a:pt x="10883359" y="751945"/>
                </a:lnTo>
                <a:lnTo>
                  <a:pt x="10888884" y="751945"/>
                </a:lnTo>
                <a:lnTo>
                  <a:pt x="10908315" y="698605"/>
                </a:lnTo>
                <a:lnTo>
                  <a:pt x="10902123" y="698605"/>
                </a:lnTo>
                <a:lnTo>
                  <a:pt x="10886121" y="745278"/>
                </a:lnTo>
                <a:lnTo>
                  <a:pt x="10870024" y="698605"/>
                </a:lnTo>
                <a:close/>
                <a:moveTo>
                  <a:pt x="11299602" y="698510"/>
                </a:moveTo>
                <a:lnTo>
                  <a:pt x="11299602" y="732610"/>
                </a:lnTo>
                <a:cubicBezTo>
                  <a:pt x="11299602" y="738991"/>
                  <a:pt x="11301507" y="743944"/>
                  <a:pt x="11305127" y="747468"/>
                </a:cubicBezTo>
                <a:cubicBezTo>
                  <a:pt x="11308651" y="750898"/>
                  <a:pt x="11313413" y="752612"/>
                  <a:pt x="11319319" y="752612"/>
                </a:cubicBezTo>
                <a:lnTo>
                  <a:pt x="11334940" y="745701"/>
                </a:lnTo>
                <a:lnTo>
                  <a:pt x="11334940" y="751850"/>
                </a:lnTo>
                <a:lnTo>
                  <a:pt x="11340560" y="751850"/>
                </a:lnTo>
                <a:lnTo>
                  <a:pt x="11340560" y="698510"/>
                </a:lnTo>
                <a:lnTo>
                  <a:pt x="11334940" y="698510"/>
                </a:lnTo>
                <a:lnTo>
                  <a:pt x="11334940" y="731562"/>
                </a:lnTo>
                <a:cubicBezTo>
                  <a:pt x="11334940" y="741754"/>
                  <a:pt x="11329510" y="747468"/>
                  <a:pt x="11319890" y="747468"/>
                </a:cubicBezTo>
                <a:cubicBezTo>
                  <a:pt x="11310270" y="747468"/>
                  <a:pt x="11305222" y="741849"/>
                  <a:pt x="11305222" y="731562"/>
                </a:cubicBezTo>
                <a:lnTo>
                  <a:pt x="11305222" y="698510"/>
                </a:lnTo>
                <a:close/>
                <a:moveTo>
                  <a:pt x="10938604" y="698034"/>
                </a:moveTo>
                <a:cubicBezTo>
                  <a:pt x="10925269" y="698034"/>
                  <a:pt x="10917268" y="707559"/>
                  <a:pt x="10917268" y="725371"/>
                </a:cubicBezTo>
                <a:cubicBezTo>
                  <a:pt x="10917268" y="743182"/>
                  <a:pt x="10925269" y="752707"/>
                  <a:pt x="10939937" y="752707"/>
                </a:cubicBezTo>
                <a:cubicBezTo>
                  <a:pt x="10948796" y="752707"/>
                  <a:pt x="10953749" y="749945"/>
                  <a:pt x="10959178" y="744516"/>
                </a:cubicBezTo>
                <a:lnTo>
                  <a:pt x="10954987" y="741182"/>
                </a:lnTo>
                <a:cubicBezTo>
                  <a:pt x="10950510" y="745659"/>
                  <a:pt x="10946605" y="747564"/>
                  <a:pt x="10940318" y="747564"/>
                </a:cubicBezTo>
                <a:lnTo>
                  <a:pt x="10940223" y="747659"/>
                </a:lnTo>
                <a:cubicBezTo>
                  <a:pt x="10928889" y="747659"/>
                  <a:pt x="10922888" y="740230"/>
                  <a:pt x="10922888" y="726609"/>
                </a:cubicBezTo>
                <a:lnTo>
                  <a:pt x="10959940" y="726609"/>
                </a:lnTo>
                <a:lnTo>
                  <a:pt x="10959940" y="724037"/>
                </a:lnTo>
                <a:cubicBezTo>
                  <a:pt x="10959940" y="707654"/>
                  <a:pt x="10951939" y="698034"/>
                  <a:pt x="10938604" y="698034"/>
                </a:cubicBezTo>
                <a:close/>
                <a:moveTo>
                  <a:pt x="11381802" y="697939"/>
                </a:moveTo>
                <a:cubicBezTo>
                  <a:pt x="11367229" y="697939"/>
                  <a:pt x="11358371" y="708321"/>
                  <a:pt x="11358371" y="725276"/>
                </a:cubicBezTo>
                <a:cubicBezTo>
                  <a:pt x="11358371" y="742230"/>
                  <a:pt x="11367229" y="752613"/>
                  <a:pt x="11381802" y="752613"/>
                </a:cubicBezTo>
                <a:lnTo>
                  <a:pt x="11381802" y="752422"/>
                </a:lnTo>
                <a:cubicBezTo>
                  <a:pt x="11389137" y="752422"/>
                  <a:pt x="11393804" y="750517"/>
                  <a:pt x="11399424" y="744231"/>
                </a:cubicBezTo>
                <a:lnTo>
                  <a:pt x="11395519" y="740706"/>
                </a:lnTo>
                <a:cubicBezTo>
                  <a:pt x="11390946" y="745659"/>
                  <a:pt x="11387422" y="747469"/>
                  <a:pt x="11381802" y="747469"/>
                </a:cubicBezTo>
                <a:cubicBezTo>
                  <a:pt x="11375706" y="747469"/>
                  <a:pt x="11370754" y="745183"/>
                  <a:pt x="11367610" y="740421"/>
                </a:cubicBezTo>
                <a:cubicBezTo>
                  <a:pt x="11364943" y="736611"/>
                  <a:pt x="11363991" y="732324"/>
                  <a:pt x="11363991" y="725181"/>
                </a:cubicBezTo>
                <a:cubicBezTo>
                  <a:pt x="11363991" y="718037"/>
                  <a:pt x="11364943" y="713846"/>
                  <a:pt x="11367610" y="709941"/>
                </a:cubicBezTo>
                <a:cubicBezTo>
                  <a:pt x="11370849" y="705178"/>
                  <a:pt x="11375706" y="702892"/>
                  <a:pt x="11381802" y="702892"/>
                </a:cubicBezTo>
                <a:cubicBezTo>
                  <a:pt x="11387422" y="702892"/>
                  <a:pt x="11390946" y="704607"/>
                  <a:pt x="11395519" y="709655"/>
                </a:cubicBezTo>
                <a:lnTo>
                  <a:pt x="11399424" y="706131"/>
                </a:lnTo>
                <a:cubicBezTo>
                  <a:pt x="11393709" y="699844"/>
                  <a:pt x="11389137" y="697939"/>
                  <a:pt x="11381802" y="697939"/>
                </a:cubicBezTo>
                <a:close/>
                <a:moveTo>
                  <a:pt x="11201684" y="697939"/>
                </a:moveTo>
                <a:cubicBezTo>
                  <a:pt x="11195779" y="697939"/>
                  <a:pt x="11190826" y="699939"/>
                  <a:pt x="11186920" y="703845"/>
                </a:cubicBezTo>
                <a:cubicBezTo>
                  <a:pt x="11181301" y="709464"/>
                  <a:pt x="11180253" y="717656"/>
                  <a:pt x="11180253" y="725276"/>
                </a:cubicBezTo>
                <a:cubicBezTo>
                  <a:pt x="11180253" y="732896"/>
                  <a:pt x="11181301" y="741087"/>
                  <a:pt x="11186920" y="746707"/>
                </a:cubicBezTo>
                <a:cubicBezTo>
                  <a:pt x="11190730" y="750612"/>
                  <a:pt x="11195588" y="752613"/>
                  <a:pt x="11201684" y="752613"/>
                </a:cubicBezTo>
                <a:cubicBezTo>
                  <a:pt x="11207780" y="752613"/>
                  <a:pt x="11212638" y="750612"/>
                  <a:pt x="11216543" y="746707"/>
                </a:cubicBezTo>
                <a:cubicBezTo>
                  <a:pt x="11222258" y="741087"/>
                  <a:pt x="11223211" y="732896"/>
                  <a:pt x="11223211" y="725276"/>
                </a:cubicBezTo>
                <a:cubicBezTo>
                  <a:pt x="11223211" y="717656"/>
                  <a:pt x="11222163" y="709464"/>
                  <a:pt x="11216543" y="703845"/>
                </a:cubicBezTo>
                <a:cubicBezTo>
                  <a:pt x="11212638" y="699939"/>
                  <a:pt x="11207590" y="697939"/>
                  <a:pt x="11201684" y="697939"/>
                </a:cubicBezTo>
                <a:close/>
                <a:moveTo>
                  <a:pt x="11158727" y="697939"/>
                </a:moveTo>
                <a:cubicBezTo>
                  <a:pt x="11152440" y="697939"/>
                  <a:pt x="11146154" y="700701"/>
                  <a:pt x="11143106" y="705654"/>
                </a:cubicBezTo>
                <a:lnTo>
                  <a:pt x="11143106" y="698606"/>
                </a:lnTo>
                <a:lnTo>
                  <a:pt x="11137486" y="698606"/>
                </a:lnTo>
                <a:lnTo>
                  <a:pt x="11137486" y="751946"/>
                </a:lnTo>
                <a:lnTo>
                  <a:pt x="11143106" y="751946"/>
                </a:lnTo>
                <a:lnTo>
                  <a:pt x="11143106" y="719085"/>
                </a:lnTo>
                <a:cubicBezTo>
                  <a:pt x="11143106" y="710607"/>
                  <a:pt x="11148249" y="702987"/>
                  <a:pt x="11157393" y="702987"/>
                </a:cubicBezTo>
                <a:lnTo>
                  <a:pt x="11157393" y="702892"/>
                </a:lnTo>
                <a:cubicBezTo>
                  <a:pt x="11161870" y="702892"/>
                  <a:pt x="11164251" y="703845"/>
                  <a:pt x="11167490" y="707083"/>
                </a:cubicBezTo>
                <a:lnTo>
                  <a:pt x="11171585" y="702987"/>
                </a:lnTo>
                <a:cubicBezTo>
                  <a:pt x="11167680" y="699177"/>
                  <a:pt x="11163870" y="697939"/>
                  <a:pt x="11158727" y="697939"/>
                </a:cubicBezTo>
                <a:close/>
                <a:moveTo>
                  <a:pt x="10998707" y="697939"/>
                </a:moveTo>
                <a:cubicBezTo>
                  <a:pt x="10992135" y="697939"/>
                  <a:pt x="10986991" y="700225"/>
                  <a:pt x="10982991" y="704892"/>
                </a:cubicBezTo>
                <a:lnTo>
                  <a:pt x="10982991" y="698606"/>
                </a:lnTo>
                <a:lnTo>
                  <a:pt x="10977371" y="698606"/>
                </a:lnTo>
                <a:lnTo>
                  <a:pt x="10977371" y="751946"/>
                </a:lnTo>
                <a:lnTo>
                  <a:pt x="10982991" y="751946"/>
                </a:lnTo>
                <a:lnTo>
                  <a:pt x="10982991" y="718894"/>
                </a:lnTo>
                <a:cubicBezTo>
                  <a:pt x="10982991" y="708702"/>
                  <a:pt x="10988325" y="702987"/>
                  <a:pt x="10998040" y="702987"/>
                </a:cubicBezTo>
                <a:cubicBezTo>
                  <a:pt x="11007756" y="702987"/>
                  <a:pt x="11012804" y="708607"/>
                  <a:pt x="11012804" y="718894"/>
                </a:cubicBezTo>
                <a:lnTo>
                  <a:pt x="11012804" y="751946"/>
                </a:lnTo>
                <a:lnTo>
                  <a:pt x="11018424" y="751946"/>
                </a:lnTo>
                <a:lnTo>
                  <a:pt x="11018424" y="717846"/>
                </a:lnTo>
                <a:cubicBezTo>
                  <a:pt x="11018424" y="711465"/>
                  <a:pt x="11016519" y="706512"/>
                  <a:pt x="11012899" y="702987"/>
                </a:cubicBezTo>
                <a:cubicBezTo>
                  <a:pt x="11009280" y="699558"/>
                  <a:pt x="11004613" y="697939"/>
                  <a:pt x="10998707" y="697939"/>
                </a:cubicBezTo>
                <a:close/>
                <a:moveTo>
                  <a:pt x="10833162" y="697939"/>
                </a:moveTo>
                <a:cubicBezTo>
                  <a:pt x="10827162" y="697939"/>
                  <a:pt x="10822209" y="699939"/>
                  <a:pt x="10818304" y="703845"/>
                </a:cubicBezTo>
                <a:cubicBezTo>
                  <a:pt x="10812684" y="709464"/>
                  <a:pt x="10811636" y="717656"/>
                  <a:pt x="10811636" y="725276"/>
                </a:cubicBezTo>
                <a:cubicBezTo>
                  <a:pt x="10811636" y="732896"/>
                  <a:pt x="10812684" y="741087"/>
                  <a:pt x="10818304" y="746707"/>
                </a:cubicBezTo>
                <a:cubicBezTo>
                  <a:pt x="10822209" y="750612"/>
                  <a:pt x="10827066" y="752613"/>
                  <a:pt x="10833162" y="752613"/>
                </a:cubicBezTo>
                <a:cubicBezTo>
                  <a:pt x="10839258" y="752613"/>
                  <a:pt x="10844116" y="750612"/>
                  <a:pt x="10848021" y="746707"/>
                </a:cubicBezTo>
                <a:cubicBezTo>
                  <a:pt x="10853737" y="741087"/>
                  <a:pt x="10854689" y="732896"/>
                  <a:pt x="10854689" y="725276"/>
                </a:cubicBezTo>
                <a:cubicBezTo>
                  <a:pt x="10854689" y="717656"/>
                  <a:pt x="10853641" y="709464"/>
                  <a:pt x="10848021" y="703845"/>
                </a:cubicBezTo>
                <a:cubicBezTo>
                  <a:pt x="10844116" y="699939"/>
                  <a:pt x="10839163" y="697939"/>
                  <a:pt x="10833162" y="697939"/>
                </a:cubicBezTo>
                <a:close/>
                <a:moveTo>
                  <a:pt x="10790300" y="697939"/>
                </a:moveTo>
                <a:cubicBezTo>
                  <a:pt x="10783918" y="697939"/>
                  <a:pt x="10777727" y="700701"/>
                  <a:pt x="10774679" y="705654"/>
                </a:cubicBezTo>
                <a:lnTo>
                  <a:pt x="10774679" y="698606"/>
                </a:lnTo>
                <a:lnTo>
                  <a:pt x="10769059" y="698606"/>
                </a:lnTo>
                <a:lnTo>
                  <a:pt x="10769059" y="751946"/>
                </a:lnTo>
                <a:lnTo>
                  <a:pt x="10774679" y="751946"/>
                </a:lnTo>
                <a:lnTo>
                  <a:pt x="10774679" y="719085"/>
                </a:lnTo>
                <a:cubicBezTo>
                  <a:pt x="10774679" y="710607"/>
                  <a:pt x="10779727" y="702987"/>
                  <a:pt x="10788966" y="702987"/>
                </a:cubicBezTo>
                <a:lnTo>
                  <a:pt x="10788966" y="702892"/>
                </a:lnTo>
                <a:cubicBezTo>
                  <a:pt x="10793443" y="702892"/>
                  <a:pt x="10795824" y="703845"/>
                  <a:pt x="10799063" y="707083"/>
                </a:cubicBezTo>
                <a:lnTo>
                  <a:pt x="10803159" y="702987"/>
                </a:lnTo>
                <a:cubicBezTo>
                  <a:pt x="10799253" y="699177"/>
                  <a:pt x="10795538" y="697939"/>
                  <a:pt x="10790300" y="697939"/>
                </a:cubicBezTo>
                <a:close/>
                <a:moveTo>
                  <a:pt x="11557919" y="681651"/>
                </a:moveTo>
                <a:lnTo>
                  <a:pt x="11557919" y="698701"/>
                </a:lnTo>
                <a:lnTo>
                  <a:pt x="11550585" y="698701"/>
                </a:lnTo>
                <a:lnTo>
                  <a:pt x="11550585" y="702892"/>
                </a:lnTo>
                <a:lnTo>
                  <a:pt x="11557919" y="702892"/>
                </a:lnTo>
                <a:lnTo>
                  <a:pt x="11557919" y="738039"/>
                </a:lnTo>
                <a:cubicBezTo>
                  <a:pt x="11557919" y="746135"/>
                  <a:pt x="11562396" y="751946"/>
                  <a:pt x="11570778" y="751946"/>
                </a:cubicBezTo>
                <a:lnTo>
                  <a:pt x="11575636" y="751946"/>
                </a:lnTo>
                <a:lnTo>
                  <a:pt x="11575636" y="746993"/>
                </a:lnTo>
                <a:lnTo>
                  <a:pt x="11571731" y="746993"/>
                </a:lnTo>
                <a:cubicBezTo>
                  <a:pt x="11566111" y="746993"/>
                  <a:pt x="11563539" y="743754"/>
                  <a:pt x="11563539" y="738134"/>
                </a:cubicBezTo>
                <a:lnTo>
                  <a:pt x="11563539" y="702892"/>
                </a:lnTo>
                <a:lnTo>
                  <a:pt x="11575540" y="702892"/>
                </a:lnTo>
                <a:lnTo>
                  <a:pt x="11575540" y="698701"/>
                </a:lnTo>
                <a:lnTo>
                  <a:pt x="11563539" y="698701"/>
                </a:lnTo>
                <a:lnTo>
                  <a:pt x="11563539" y="681651"/>
                </a:lnTo>
                <a:close/>
                <a:moveTo>
                  <a:pt x="11418854" y="681651"/>
                </a:moveTo>
                <a:lnTo>
                  <a:pt x="11418854" y="698701"/>
                </a:lnTo>
                <a:lnTo>
                  <a:pt x="11411520" y="698701"/>
                </a:lnTo>
                <a:lnTo>
                  <a:pt x="11411520" y="702892"/>
                </a:lnTo>
                <a:lnTo>
                  <a:pt x="11418854" y="702892"/>
                </a:lnTo>
                <a:lnTo>
                  <a:pt x="11418854" y="738039"/>
                </a:lnTo>
                <a:cubicBezTo>
                  <a:pt x="11418854" y="746135"/>
                  <a:pt x="11423331" y="751946"/>
                  <a:pt x="11431713" y="751946"/>
                </a:cubicBezTo>
                <a:lnTo>
                  <a:pt x="11436571" y="751946"/>
                </a:lnTo>
                <a:lnTo>
                  <a:pt x="11436571" y="746993"/>
                </a:lnTo>
                <a:lnTo>
                  <a:pt x="11432666" y="746993"/>
                </a:lnTo>
                <a:cubicBezTo>
                  <a:pt x="11427046" y="746993"/>
                  <a:pt x="11424474" y="743754"/>
                  <a:pt x="11424474" y="738134"/>
                </a:cubicBezTo>
                <a:lnTo>
                  <a:pt x="11424474" y="702892"/>
                </a:lnTo>
                <a:lnTo>
                  <a:pt x="11436476" y="702892"/>
                </a:lnTo>
                <a:lnTo>
                  <a:pt x="11436476" y="698701"/>
                </a:lnTo>
                <a:lnTo>
                  <a:pt x="11424474" y="698701"/>
                </a:lnTo>
                <a:lnTo>
                  <a:pt x="11424474" y="681651"/>
                </a:lnTo>
                <a:close/>
                <a:moveTo>
                  <a:pt x="11074717" y="678508"/>
                </a:moveTo>
                <a:lnTo>
                  <a:pt x="11097005" y="678508"/>
                </a:lnTo>
                <a:lnTo>
                  <a:pt x="11097005" y="678603"/>
                </a:lnTo>
                <a:cubicBezTo>
                  <a:pt x="11107959" y="678603"/>
                  <a:pt x="11115484" y="684128"/>
                  <a:pt x="11115484" y="695939"/>
                </a:cubicBezTo>
                <a:cubicBezTo>
                  <a:pt x="11115484" y="707750"/>
                  <a:pt x="11107959" y="713274"/>
                  <a:pt x="11097005" y="713274"/>
                </a:cubicBezTo>
                <a:lnTo>
                  <a:pt x="11074717" y="713274"/>
                </a:lnTo>
                <a:close/>
                <a:moveTo>
                  <a:pt x="10706289" y="678508"/>
                </a:moveTo>
                <a:lnTo>
                  <a:pt x="10728577" y="678508"/>
                </a:lnTo>
                <a:lnTo>
                  <a:pt x="10728577" y="678603"/>
                </a:lnTo>
                <a:cubicBezTo>
                  <a:pt x="10739531" y="678603"/>
                  <a:pt x="10747056" y="684128"/>
                  <a:pt x="10747056" y="695939"/>
                </a:cubicBezTo>
                <a:cubicBezTo>
                  <a:pt x="10747056" y="707750"/>
                  <a:pt x="10739531" y="713274"/>
                  <a:pt x="10728577" y="713274"/>
                </a:cubicBezTo>
                <a:lnTo>
                  <a:pt x="10706289" y="713274"/>
                </a:lnTo>
                <a:close/>
                <a:moveTo>
                  <a:pt x="11068716" y="673269"/>
                </a:moveTo>
                <a:lnTo>
                  <a:pt x="11068716" y="752041"/>
                </a:lnTo>
                <a:lnTo>
                  <a:pt x="11074717" y="752041"/>
                </a:lnTo>
                <a:lnTo>
                  <a:pt x="11074717" y="718608"/>
                </a:lnTo>
                <a:lnTo>
                  <a:pt x="11097577" y="718608"/>
                </a:lnTo>
                <a:cubicBezTo>
                  <a:pt x="11111102" y="718608"/>
                  <a:pt x="11121294" y="710417"/>
                  <a:pt x="11121294" y="695939"/>
                </a:cubicBezTo>
                <a:cubicBezTo>
                  <a:pt x="11121294" y="681461"/>
                  <a:pt x="11111197" y="673269"/>
                  <a:pt x="11097577" y="673269"/>
                </a:cubicBezTo>
                <a:close/>
                <a:moveTo>
                  <a:pt x="10700288" y="673269"/>
                </a:moveTo>
                <a:lnTo>
                  <a:pt x="10700288" y="752041"/>
                </a:lnTo>
                <a:lnTo>
                  <a:pt x="10706289" y="752041"/>
                </a:lnTo>
                <a:lnTo>
                  <a:pt x="10706289" y="718608"/>
                </a:lnTo>
                <a:lnTo>
                  <a:pt x="10729149" y="718608"/>
                </a:lnTo>
                <a:cubicBezTo>
                  <a:pt x="10742770" y="718608"/>
                  <a:pt x="10752961" y="710417"/>
                  <a:pt x="10752961" y="695939"/>
                </a:cubicBezTo>
                <a:cubicBezTo>
                  <a:pt x="10752961" y="681461"/>
                  <a:pt x="10742770" y="673269"/>
                  <a:pt x="10729149" y="673269"/>
                </a:cubicBezTo>
                <a:close/>
                <a:moveTo>
                  <a:pt x="11529059" y="673174"/>
                </a:moveTo>
                <a:lnTo>
                  <a:pt x="11529059" y="680127"/>
                </a:lnTo>
                <a:lnTo>
                  <a:pt x="11536012" y="680127"/>
                </a:lnTo>
                <a:lnTo>
                  <a:pt x="11536012" y="673174"/>
                </a:lnTo>
                <a:close/>
                <a:moveTo>
                  <a:pt x="11451906" y="673174"/>
                </a:moveTo>
                <a:lnTo>
                  <a:pt x="11451906" y="680127"/>
                </a:lnTo>
                <a:lnTo>
                  <a:pt x="11458859" y="680127"/>
                </a:lnTo>
                <a:lnTo>
                  <a:pt x="11458859" y="673174"/>
                </a:lnTo>
                <a:close/>
                <a:moveTo>
                  <a:pt x="11274170" y="673174"/>
                </a:moveTo>
                <a:lnTo>
                  <a:pt x="11274170" y="705464"/>
                </a:lnTo>
                <a:cubicBezTo>
                  <a:pt x="11269407" y="699273"/>
                  <a:pt x="11264454" y="697939"/>
                  <a:pt x="11258358" y="697939"/>
                </a:cubicBezTo>
                <a:cubicBezTo>
                  <a:pt x="11252739" y="697939"/>
                  <a:pt x="11248071" y="699844"/>
                  <a:pt x="11245309" y="702606"/>
                </a:cubicBezTo>
                <a:cubicBezTo>
                  <a:pt x="11239880" y="708036"/>
                  <a:pt x="11238451" y="716894"/>
                  <a:pt x="11238451" y="725276"/>
                </a:cubicBezTo>
                <a:cubicBezTo>
                  <a:pt x="11238451" y="733658"/>
                  <a:pt x="11239880" y="742516"/>
                  <a:pt x="11245309" y="747945"/>
                </a:cubicBezTo>
                <a:cubicBezTo>
                  <a:pt x="11248071" y="750707"/>
                  <a:pt x="11252739" y="752613"/>
                  <a:pt x="11258358" y="752613"/>
                </a:cubicBezTo>
                <a:cubicBezTo>
                  <a:pt x="11264454" y="752613"/>
                  <a:pt x="11269407" y="751279"/>
                  <a:pt x="11274170" y="745088"/>
                </a:cubicBezTo>
                <a:lnTo>
                  <a:pt x="11274170" y="751946"/>
                </a:lnTo>
                <a:lnTo>
                  <a:pt x="11279789" y="751946"/>
                </a:lnTo>
                <a:lnTo>
                  <a:pt x="11279789" y="673174"/>
                </a:lnTo>
                <a:close/>
                <a:moveTo>
                  <a:pt x="10274998" y="493532"/>
                </a:moveTo>
                <a:lnTo>
                  <a:pt x="10315860" y="493532"/>
                </a:lnTo>
                <a:cubicBezTo>
                  <a:pt x="10333577" y="493532"/>
                  <a:pt x="10342054" y="504486"/>
                  <a:pt x="10342054" y="517916"/>
                </a:cubicBezTo>
                <a:cubicBezTo>
                  <a:pt x="10342054" y="531346"/>
                  <a:pt x="10333577" y="542586"/>
                  <a:pt x="10315860" y="542586"/>
                </a:cubicBezTo>
                <a:lnTo>
                  <a:pt x="10274998" y="542586"/>
                </a:lnTo>
                <a:close/>
                <a:moveTo>
                  <a:pt x="11151773" y="436668"/>
                </a:moveTo>
                <a:lnTo>
                  <a:pt x="11176253" y="509248"/>
                </a:lnTo>
                <a:lnTo>
                  <a:pt x="11126341" y="509248"/>
                </a:lnTo>
                <a:close/>
                <a:moveTo>
                  <a:pt x="10451209" y="418380"/>
                </a:moveTo>
                <a:cubicBezTo>
                  <a:pt x="10438351" y="437525"/>
                  <a:pt x="10432064" y="460195"/>
                  <a:pt x="10433398" y="483531"/>
                </a:cubicBezTo>
                <a:cubicBezTo>
                  <a:pt x="10435017" y="511916"/>
                  <a:pt x="10447685" y="538014"/>
                  <a:pt x="10469021" y="556969"/>
                </a:cubicBezTo>
                <a:cubicBezTo>
                  <a:pt x="10509312" y="592688"/>
                  <a:pt x="10569415" y="592497"/>
                  <a:pt x="10609420" y="558683"/>
                </a:cubicBezTo>
                <a:lnTo>
                  <a:pt x="10580845" y="533347"/>
                </a:lnTo>
                <a:cubicBezTo>
                  <a:pt x="10555032" y="551921"/>
                  <a:pt x="10518837" y="550873"/>
                  <a:pt x="10494167" y="528870"/>
                </a:cubicBezTo>
                <a:lnTo>
                  <a:pt x="10494072" y="528965"/>
                </a:lnTo>
                <a:cubicBezTo>
                  <a:pt x="10480261" y="516678"/>
                  <a:pt x="10472069" y="499819"/>
                  <a:pt x="10471021" y="481436"/>
                </a:cubicBezTo>
                <a:cubicBezTo>
                  <a:pt x="10470259" y="468100"/>
                  <a:pt x="10473307" y="455147"/>
                  <a:pt x="10479784" y="443716"/>
                </a:cubicBezTo>
                <a:close/>
                <a:moveTo>
                  <a:pt x="11534584" y="412569"/>
                </a:moveTo>
                <a:lnTo>
                  <a:pt x="11564111" y="412569"/>
                </a:lnTo>
                <a:cubicBezTo>
                  <a:pt x="11577637" y="412569"/>
                  <a:pt x="11586686" y="416856"/>
                  <a:pt x="11593448" y="424952"/>
                </a:cubicBezTo>
                <a:lnTo>
                  <a:pt x="11593448" y="424857"/>
                </a:lnTo>
                <a:cubicBezTo>
                  <a:pt x="11600782" y="433810"/>
                  <a:pt x="11601925" y="446478"/>
                  <a:pt x="11601925" y="476768"/>
                </a:cubicBezTo>
                <a:cubicBezTo>
                  <a:pt x="11601925" y="507057"/>
                  <a:pt x="11600782" y="521345"/>
                  <a:pt x="11593448" y="530298"/>
                </a:cubicBezTo>
                <a:cubicBezTo>
                  <a:pt x="11586686" y="538490"/>
                  <a:pt x="11577637" y="542681"/>
                  <a:pt x="11564111" y="542681"/>
                </a:cubicBezTo>
                <a:lnTo>
                  <a:pt x="11534584" y="542681"/>
                </a:lnTo>
                <a:close/>
                <a:moveTo>
                  <a:pt x="10274998" y="412569"/>
                </a:moveTo>
                <a:lnTo>
                  <a:pt x="10313384" y="412569"/>
                </a:lnTo>
                <a:lnTo>
                  <a:pt x="10313288" y="412665"/>
                </a:lnTo>
                <a:cubicBezTo>
                  <a:pt x="10329957" y="412665"/>
                  <a:pt x="10339196" y="421904"/>
                  <a:pt x="10339196" y="435620"/>
                </a:cubicBezTo>
                <a:cubicBezTo>
                  <a:pt x="10339196" y="449336"/>
                  <a:pt x="10329862" y="458575"/>
                  <a:pt x="10313288" y="458575"/>
                </a:cubicBezTo>
                <a:lnTo>
                  <a:pt x="10274998" y="458575"/>
                </a:lnTo>
                <a:close/>
                <a:moveTo>
                  <a:pt x="11363991" y="412474"/>
                </a:moveTo>
                <a:cubicBezTo>
                  <a:pt x="11381231" y="412474"/>
                  <a:pt x="11392471" y="423428"/>
                  <a:pt x="11392471" y="438858"/>
                </a:cubicBezTo>
                <a:cubicBezTo>
                  <a:pt x="11392471" y="454289"/>
                  <a:pt x="11381231" y="465243"/>
                  <a:pt x="11363991" y="465243"/>
                </a:cubicBezTo>
                <a:lnTo>
                  <a:pt x="11327034" y="465243"/>
                </a:lnTo>
                <a:lnTo>
                  <a:pt x="11327034" y="412569"/>
                </a:lnTo>
                <a:lnTo>
                  <a:pt x="11363991" y="412569"/>
                </a:lnTo>
                <a:close/>
                <a:moveTo>
                  <a:pt x="10619802" y="406188"/>
                </a:moveTo>
                <a:lnTo>
                  <a:pt x="10594466" y="434477"/>
                </a:lnTo>
                <a:cubicBezTo>
                  <a:pt x="10603944" y="446336"/>
                  <a:pt x="10609016" y="460671"/>
                  <a:pt x="10609527" y="475173"/>
                </a:cubicBezTo>
                <a:lnTo>
                  <a:pt x="10597231" y="516860"/>
                </a:lnTo>
                <a:lnTo>
                  <a:pt x="10597133" y="516773"/>
                </a:lnTo>
                <a:lnTo>
                  <a:pt x="10597228" y="516869"/>
                </a:lnTo>
                <a:lnTo>
                  <a:pt x="10597231" y="516860"/>
                </a:lnTo>
                <a:lnTo>
                  <a:pt x="10625422" y="541919"/>
                </a:lnTo>
                <a:cubicBezTo>
                  <a:pt x="10639995" y="522869"/>
                  <a:pt x="10647234" y="500200"/>
                  <a:pt x="10647234" y="477530"/>
                </a:cubicBezTo>
                <a:cubicBezTo>
                  <a:pt x="10647234" y="451813"/>
                  <a:pt x="10637995" y="426286"/>
                  <a:pt x="10619802" y="406188"/>
                </a:cubicBezTo>
                <a:close/>
                <a:moveTo>
                  <a:pt x="11495436" y="377803"/>
                </a:moveTo>
                <a:lnTo>
                  <a:pt x="11495436" y="577352"/>
                </a:lnTo>
                <a:lnTo>
                  <a:pt x="11567826" y="577352"/>
                </a:lnTo>
                <a:cubicBezTo>
                  <a:pt x="11588686" y="577352"/>
                  <a:pt x="11607545" y="571542"/>
                  <a:pt x="11620785" y="558302"/>
                </a:cubicBezTo>
                <a:cubicBezTo>
                  <a:pt x="11643359" y="535918"/>
                  <a:pt x="11641073" y="506772"/>
                  <a:pt x="11641073" y="476768"/>
                </a:cubicBezTo>
                <a:cubicBezTo>
                  <a:pt x="11641073" y="446764"/>
                  <a:pt x="11643359" y="419237"/>
                  <a:pt x="11620785" y="396853"/>
                </a:cubicBezTo>
                <a:cubicBezTo>
                  <a:pt x="11607545" y="383709"/>
                  <a:pt x="11588686" y="377803"/>
                  <a:pt x="11567826" y="377803"/>
                </a:cubicBezTo>
                <a:close/>
                <a:moveTo>
                  <a:pt x="11287886" y="377803"/>
                </a:moveTo>
                <a:lnTo>
                  <a:pt x="11287886" y="577352"/>
                </a:lnTo>
                <a:lnTo>
                  <a:pt x="11327034" y="577352"/>
                </a:lnTo>
                <a:lnTo>
                  <a:pt x="11327034" y="497723"/>
                </a:lnTo>
                <a:lnTo>
                  <a:pt x="11355228" y="497723"/>
                </a:lnTo>
                <a:lnTo>
                  <a:pt x="11394376" y="577352"/>
                </a:lnTo>
                <a:lnTo>
                  <a:pt x="11394376" y="577447"/>
                </a:lnTo>
                <a:lnTo>
                  <a:pt x="11439715" y="577447"/>
                </a:lnTo>
                <a:lnTo>
                  <a:pt x="11394852" y="491341"/>
                </a:lnTo>
                <a:cubicBezTo>
                  <a:pt x="11414378" y="484388"/>
                  <a:pt x="11431523" y="466957"/>
                  <a:pt x="11431523" y="438954"/>
                </a:cubicBezTo>
                <a:cubicBezTo>
                  <a:pt x="11431523" y="405616"/>
                  <a:pt x="11407330" y="377803"/>
                  <a:pt x="11366467" y="377803"/>
                </a:cubicBezTo>
                <a:close/>
                <a:moveTo>
                  <a:pt x="11135485" y="377803"/>
                </a:moveTo>
                <a:lnTo>
                  <a:pt x="11062524" y="577447"/>
                </a:lnTo>
                <a:lnTo>
                  <a:pt x="11103386" y="577447"/>
                </a:lnTo>
                <a:lnTo>
                  <a:pt x="11115483" y="542109"/>
                </a:lnTo>
                <a:lnTo>
                  <a:pt x="11186730" y="542109"/>
                </a:lnTo>
                <a:lnTo>
                  <a:pt x="11198541" y="577447"/>
                </a:lnTo>
                <a:lnTo>
                  <a:pt x="11198636" y="577447"/>
                </a:lnTo>
                <a:lnTo>
                  <a:pt x="11239499" y="577447"/>
                </a:lnTo>
                <a:lnTo>
                  <a:pt x="11166251" y="377803"/>
                </a:lnTo>
                <a:close/>
                <a:moveTo>
                  <a:pt x="10235850" y="377803"/>
                </a:moveTo>
                <a:lnTo>
                  <a:pt x="10235850" y="577542"/>
                </a:lnTo>
                <a:lnTo>
                  <a:pt x="10319765" y="577542"/>
                </a:lnTo>
                <a:lnTo>
                  <a:pt x="10319861" y="577447"/>
                </a:lnTo>
                <a:cubicBezTo>
                  <a:pt x="10355675" y="577447"/>
                  <a:pt x="10381297" y="557254"/>
                  <a:pt x="10381297" y="520011"/>
                </a:cubicBezTo>
                <a:cubicBezTo>
                  <a:pt x="10381297" y="493341"/>
                  <a:pt x="10365771" y="480768"/>
                  <a:pt x="10353674" y="475148"/>
                </a:cubicBezTo>
                <a:cubicBezTo>
                  <a:pt x="10363771" y="470386"/>
                  <a:pt x="10378439" y="456003"/>
                  <a:pt x="10378439" y="433905"/>
                </a:cubicBezTo>
                <a:cubicBezTo>
                  <a:pt x="10378439" y="399711"/>
                  <a:pt x="10355579" y="377803"/>
                  <a:pt x="10316432" y="377803"/>
                </a:cubicBezTo>
                <a:close/>
                <a:moveTo>
                  <a:pt x="10957845" y="376089"/>
                </a:moveTo>
                <a:cubicBezTo>
                  <a:pt x="10914506" y="376089"/>
                  <a:pt x="10888026" y="401045"/>
                  <a:pt x="10888026" y="436668"/>
                </a:cubicBezTo>
                <a:cubicBezTo>
                  <a:pt x="10888026" y="453527"/>
                  <a:pt x="10892789" y="466386"/>
                  <a:pt x="10902409" y="475911"/>
                </a:cubicBezTo>
                <a:cubicBezTo>
                  <a:pt x="10911458" y="484674"/>
                  <a:pt x="10924126" y="490008"/>
                  <a:pt x="10941271" y="492485"/>
                </a:cubicBezTo>
                <a:lnTo>
                  <a:pt x="10965560" y="495818"/>
                </a:lnTo>
                <a:cubicBezTo>
                  <a:pt x="10974799" y="497152"/>
                  <a:pt x="10979371" y="499152"/>
                  <a:pt x="10983277" y="502772"/>
                </a:cubicBezTo>
                <a:cubicBezTo>
                  <a:pt x="10987563" y="506772"/>
                  <a:pt x="10989468" y="512678"/>
                  <a:pt x="10989468" y="519631"/>
                </a:cubicBezTo>
                <a:cubicBezTo>
                  <a:pt x="10989468" y="535633"/>
                  <a:pt x="10977181" y="544301"/>
                  <a:pt x="10954035" y="544301"/>
                </a:cubicBezTo>
                <a:cubicBezTo>
                  <a:pt x="10935366" y="544301"/>
                  <a:pt x="10918221" y="540110"/>
                  <a:pt x="10905552" y="527441"/>
                </a:cubicBezTo>
                <a:lnTo>
                  <a:pt x="10880216" y="552682"/>
                </a:lnTo>
                <a:cubicBezTo>
                  <a:pt x="10890075" y="562636"/>
                  <a:pt x="10900766" y="569232"/>
                  <a:pt x="10912803" y="573340"/>
                </a:cubicBezTo>
                <a:lnTo>
                  <a:pt x="10953416" y="579060"/>
                </a:lnTo>
                <a:lnTo>
                  <a:pt x="10953368" y="579067"/>
                </a:lnTo>
                <a:lnTo>
                  <a:pt x="10953463" y="579067"/>
                </a:lnTo>
                <a:lnTo>
                  <a:pt x="10953416" y="579060"/>
                </a:lnTo>
                <a:lnTo>
                  <a:pt x="10982712" y="575040"/>
                </a:lnTo>
                <a:cubicBezTo>
                  <a:pt x="11009541" y="567065"/>
                  <a:pt x="11027758" y="547491"/>
                  <a:pt x="11027758" y="518488"/>
                </a:cubicBezTo>
                <a:cubicBezTo>
                  <a:pt x="11027758" y="500867"/>
                  <a:pt x="11022900" y="486293"/>
                  <a:pt x="11012233" y="476197"/>
                </a:cubicBezTo>
                <a:cubicBezTo>
                  <a:pt x="11003850" y="468291"/>
                  <a:pt x="10992230" y="463338"/>
                  <a:pt x="10973942" y="460766"/>
                </a:cubicBezTo>
                <a:lnTo>
                  <a:pt x="10950225" y="457433"/>
                </a:lnTo>
                <a:cubicBezTo>
                  <a:pt x="10942129" y="456385"/>
                  <a:pt x="10935556" y="453242"/>
                  <a:pt x="10931651" y="449622"/>
                </a:cubicBezTo>
                <a:cubicBezTo>
                  <a:pt x="10927460" y="445717"/>
                  <a:pt x="10925745" y="440383"/>
                  <a:pt x="10925745" y="435335"/>
                </a:cubicBezTo>
                <a:cubicBezTo>
                  <a:pt x="10925745" y="421523"/>
                  <a:pt x="10935842" y="410093"/>
                  <a:pt x="10956702" y="410093"/>
                </a:cubicBezTo>
                <a:cubicBezTo>
                  <a:pt x="10969941" y="410093"/>
                  <a:pt x="10985181" y="411808"/>
                  <a:pt x="10997850" y="423809"/>
                </a:cubicBezTo>
                <a:lnTo>
                  <a:pt x="11022710" y="399425"/>
                </a:lnTo>
                <a:cubicBezTo>
                  <a:pt x="11005470" y="382852"/>
                  <a:pt x="10985467" y="376089"/>
                  <a:pt x="10957845" y="376089"/>
                </a:cubicBezTo>
                <a:close/>
                <a:moveTo>
                  <a:pt x="10767821" y="376089"/>
                </a:moveTo>
                <a:cubicBezTo>
                  <a:pt x="10724387" y="376089"/>
                  <a:pt x="10697907" y="401045"/>
                  <a:pt x="10697907" y="436668"/>
                </a:cubicBezTo>
                <a:cubicBezTo>
                  <a:pt x="10697907" y="453527"/>
                  <a:pt x="10702670" y="466386"/>
                  <a:pt x="10712290" y="475911"/>
                </a:cubicBezTo>
                <a:cubicBezTo>
                  <a:pt x="10721243" y="484674"/>
                  <a:pt x="10734007" y="490008"/>
                  <a:pt x="10751152" y="492485"/>
                </a:cubicBezTo>
                <a:lnTo>
                  <a:pt x="10775345" y="495818"/>
                </a:lnTo>
                <a:cubicBezTo>
                  <a:pt x="10784585" y="497152"/>
                  <a:pt x="10789157" y="499152"/>
                  <a:pt x="10793062" y="502772"/>
                </a:cubicBezTo>
                <a:cubicBezTo>
                  <a:pt x="10797253" y="506772"/>
                  <a:pt x="10799253" y="512678"/>
                  <a:pt x="10799253" y="519631"/>
                </a:cubicBezTo>
                <a:cubicBezTo>
                  <a:pt x="10799253" y="535633"/>
                  <a:pt x="10786871" y="544301"/>
                  <a:pt x="10763725" y="544301"/>
                </a:cubicBezTo>
                <a:cubicBezTo>
                  <a:pt x="10745056" y="544301"/>
                  <a:pt x="10727911" y="540110"/>
                  <a:pt x="10715243" y="527441"/>
                </a:cubicBezTo>
                <a:lnTo>
                  <a:pt x="10689906" y="552682"/>
                </a:lnTo>
                <a:cubicBezTo>
                  <a:pt x="10709623" y="572590"/>
                  <a:pt x="10732769" y="579067"/>
                  <a:pt x="10763153" y="579067"/>
                </a:cubicBezTo>
                <a:lnTo>
                  <a:pt x="10763344" y="579067"/>
                </a:lnTo>
                <a:cubicBezTo>
                  <a:pt x="10805349" y="579067"/>
                  <a:pt x="10837734" y="557159"/>
                  <a:pt x="10837734" y="518488"/>
                </a:cubicBezTo>
                <a:cubicBezTo>
                  <a:pt x="10837734" y="500867"/>
                  <a:pt x="10832876" y="486293"/>
                  <a:pt x="10822208" y="476197"/>
                </a:cubicBezTo>
                <a:cubicBezTo>
                  <a:pt x="10813826" y="468291"/>
                  <a:pt x="10802206" y="463338"/>
                  <a:pt x="10783918" y="460766"/>
                </a:cubicBezTo>
                <a:lnTo>
                  <a:pt x="10760201" y="457433"/>
                </a:lnTo>
                <a:cubicBezTo>
                  <a:pt x="10752104" y="456385"/>
                  <a:pt x="10745627" y="453242"/>
                  <a:pt x="10741627" y="449622"/>
                </a:cubicBezTo>
                <a:cubicBezTo>
                  <a:pt x="10737436" y="445717"/>
                  <a:pt x="10735721" y="440383"/>
                  <a:pt x="10735721" y="435335"/>
                </a:cubicBezTo>
                <a:cubicBezTo>
                  <a:pt x="10735721" y="421523"/>
                  <a:pt x="10745818" y="410093"/>
                  <a:pt x="10766678" y="410093"/>
                </a:cubicBezTo>
                <a:cubicBezTo>
                  <a:pt x="10779917" y="410093"/>
                  <a:pt x="10795157" y="411808"/>
                  <a:pt x="10807826" y="423809"/>
                </a:cubicBezTo>
                <a:lnTo>
                  <a:pt x="10832591" y="399425"/>
                </a:lnTo>
                <a:cubicBezTo>
                  <a:pt x="10815446" y="382852"/>
                  <a:pt x="10795443" y="376089"/>
                  <a:pt x="10767821" y="376089"/>
                </a:cubicBezTo>
                <a:close/>
                <a:moveTo>
                  <a:pt x="10532506" y="371338"/>
                </a:moveTo>
                <a:cubicBezTo>
                  <a:pt x="10508312" y="373064"/>
                  <a:pt x="10484690" y="382899"/>
                  <a:pt x="10466164" y="400568"/>
                </a:cubicBezTo>
                <a:lnTo>
                  <a:pt x="10494453" y="425619"/>
                </a:lnTo>
                <a:cubicBezTo>
                  <a:pt x="10505931" y="415570"/>
                  <a:pt x="10520123" y="409902"/>
                  <a:pt x="10534672" y="408747"/>
                </a:cubicBezTo>
                <a:lnTo>
                  <a:pt x="10577028" y="418949"/>
                </a:lnTo>
                <a:lnTo>
                  <a:pt x="10576940" y="419047"/>
                </a:lnTo>
                <a:lnTo>
                  <a:pt x="10577035" y="418951"/>
                </a:lnTo>
                <a:lnTo>
                  <a:pt x="10577028" y="418949"/>
                </a:lnTo>
                <a:lnTo>
                  <a:pt x="10602276" y="390757"/>
                </a:lnTo>
                <a:cubicBezTo>
                  <a:pt x="10581464" y="375993"/>
                  <a:pt x="10556699" y="369612"/>
                  <a:pt x="10532506" y="37133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50863" y="1628775"/>
            <a:ext cx="8212449" cy="2031325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Big Headline blue, Arial 66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50864" y="4861950"/>
            <a:ext cx="8208963" cy="369332"/>
          </a:xfrm>
        </p:spPr>
        <p:txBody>
          <a:bodyPr>
            <a:spAutoFit/>
          </a:bodyPr>
          <a:lstStyle>
            <a:lvl1pPr rtl="0"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Subline, Arial 24 pt</a:t>
            </a:r>
          </a:p>
        </p:txBody>
      </p:sp>
    </p:spTree>
    <p:extLst>
      <p:ext uri="{BB962C8B-B14F-4D97-AF65-F5344CB8AC3E}">
        <p14:creationId xmlns:p14="http://schemas.microsoft.com/office/powerpoint/2010/main" val="4227272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791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50863" y="1628775"/>
            <a:ext cx="8212449" cy="2031325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Big Headline blue, Arial 66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50864" y="4861950"/>
            <a:ext cx="8208963" cy="369332"/>
          </a:xfrm>
        </p:spPr>
        <p:txBody>
          <a:bodyPr>
            <a:spAutoFit/>
          </a:bodyPr>
          <a:lstStyle>
            <a:lvl1pPr rtl="0"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Subline, Arial 24 pt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310CF63-32D9-66C3-C0AB-16D36253D211}"/>
              </a:ext>
            </a:extLst>
          </p:cNvPr>
          <p:cNvGrpSpPr/>
          <p:nvPr userDrawn="1"/>
        </p:nvGrpSpPr>
        <p:grpSpPr>
          <a:xfrm>
            <a:off x="10235850" y="371064"/>
            <a:ext cx="1405288" cy="404980"/>
            <a:chOff x="10235850" y="371064"/>
            <a:chExt cx="1405288" cy="404980"/>
          </a:xfrm>
          <a:solidFill>
            <a:schemeClr val="bg1"/>
          </a:solidFill>
        </p:grpSpPr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134CB361-EB68-2063-901D-73F4BB1C4ACE}"/>
                </a:ext>
              </a:extLst>
            </p:cNvPr>
            <p:cNvSpPr/>
            <p:nvPr/>
          </p:nvSpPr>
          <p:spPr>
            <a:xfrm>
              <a:off x="10700288" y="673270"/>
              <a:ext cx="52673" cy="78771"/>
            </a:xfrm>
            <a:custGeom>
              <a:avLst/>
              <a:gdLst>
                <a:gd name="connsiteX0" fmla="*/ 28289 w 52673"/>
                <a:gd name="connsiteY0" fmla="*/ 5239 h 78771"/>
                <a:gd name="connsiteX1" fmla="*/ 6001 w 52673"/>
                <a:gd name="connsiteY1" fmla="*/ 5239 h 78771"/>
                <a:gd name="connsiteX2" fmla="*/ 6001 w 52673"/>
                <a:gd name="connsiteY2" fmla="*/ 40005 h 78771"/>
                <a:gd name="connsiteX3" fmla="*/ 28289 w 52673"/>
                <a:gd name="connsiteY3" fmla="*/ 40005 h 78771"/>
                <a:gd name="connsiteX4" fmla="*/ 46768 w 52673"/>
                <a:gd name="connsiteY4" fmla="*/ 22670 h 78771"/>
                <a:gd name="connsiteX5" fmla="*/ 28289 w 52673"/>
                <a:gd name="connsiteY5" fmla="*/ 5334 h 78771"/>
                <a:gd name="connsiteX6" fmla="*/ 28956 w 52673"/>
                <a:gd name="connsiteY6" fmla="*/ 45339 h 78771"/>
                <a:gd name="connsiteX7" fmla="*/ 6001 w 52673"/>
                <a:gd name="connsiteY7" fmla="*/ 45339 h 78771"/>
                <a:gd name="connsiteX8" fmla="*/ 6001 w 52673"/>
                <a:gd name="connsiteY8" fmla="*/ 78772 h 78771"/>
                <a:gd name="connsiteX9" fmla="*/ 0 w 52673"/>
                <a:gd name="connsiteY9" fmla="*/ 78772 h 78771"/>
                <a:gd name="connsiteX10" fmla="*/ 0 w 52673"/>
                <a:gd name="connsiteY10" fmla="*/ 0 h 78771"/>
                <a:gd name="connsiteX11" fmla="*/ 28861 w 52673"/>
                <a:gd name="connsiteY11" fmla="*/ 0 h 78771"/>
                <a:gd name="connsiteX12" fmla="*/ 52673 w 52673"/>
                <a:gd name="connsiteY12" fmla="*/ 22670 h 78771"/>
                <a:gd name="connsiteX13" fmla="*/ 28861 w 52673"/>
                <a:gd name="connsiteY13" fmla="*/ 45339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673" h="78771">
                  <a:moveTo>
                    <a:pt x="28289" y="5239"/>
                  </a:moveTo>
                  <a:lnTo>
                    <a:pt x="6001" y="5239"/>
                  </a:lnTo>
                  <a:lnTo>
                    <a:pt x="6001" y="40005"/>
                  </a:lnTo>
                  <a:lnTo>
                    <a:pt x="28289" y="40005"/>
                  </a:lnTo>
                  <a:cubicBezTo>
                    <a:pt x="39243" y="40005"/>
                    <a:pt x="46768" y="34481"/>
                    <a:pt x="46768" y="22670"/>
                  </a:cubicBezTo>
                  <a:cubicBezTo>
                    <a:pt x="46768" y="10859"/>
                    <a:pt x="39243" y="5334"/>
                    <a:pt x="28289" y="5334"/>
                  </a:cubicBezTo>
                  <a:moveTo>
                    <a:pt x="28956" y="45339"/>
                  </a:moveTo>
                  <a:lnTo>
                    <a:pt x="6001" y="45339"/>
                  </a:lnTo>
                  <a:lnTo>
                    <a:pt x="6001" y="78772"/>
                  </a:lnTo>
                  <a:lnTo>
                    <a:pt x="0" y="78772"/>
                  </a:lnTo>
                  <a:lnTo>
                    <a:pt x="0" y="0"/>
                  </a:lnTo>
                  <a:lnTo>
                    <a:pt x="28861" y="0"/>
                  </a:lnTo>
                  <a:cubicBezTo>
                    <a:pt x="42482" y="0"/>
                    <a:pt x="52673" y="8192"/>
                    <a:pt x="52673" y="22670"/>
                  </a:cubicBezTo>
                  <a:cubicBezTo>
                    <a:pt x="52673" y="37148"/>
                    <a:pt x="42482" y="45339"/>
                    <a:pt x="28861" y="4533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E81FC1C8-0DAF-77D7-8056-2F9B1B578738}"/>
                </a:ext>
              </a:extLst>
            </p:cNvPr>
            <p:cNvSpPr/>
            <p:nvPr/>
          </p:nvSpPr>
          <p:spPr>
            <a:xfrm>
              <a:off x="10769059" y="697940"/>
              <a:ext cx="34099" cy="54006"/>
            </a:xfrm>
            <a:custGeom>
              <a:avLst/>
              <a:gdLst>
                <a:gd name="connsiteX0" fmla="*/ 19907 w 34099"/>
                <a:gd name="connsiteY0" fmla="*/ 5048 h 54006"/>
                <a:gd name="connsiteX1" fmla="*/ 5620 w 34099"/>
                <a:gd name="connsiteY1" fmla="*/ 21146 h 54006"/>
                <a:gd name="connsiteX2" fmla="*/ 5620 w 34099"/>
                <a:gd name="connsiteY2" fmla="*/ 54007 h 54006"/>
                <a:gd name="connsiteX3" fmla="*/ 0 w 34099"/>
                <a:gd name="connsiteY3" fmla="*/ 54007 h 54006"/>
                <a:gd name="connsiteX4" fmla="*/ 0 w 34099"/>
                <a:gd name="connsiteY4" fmla="*/ 667 h 54006"/>
                <a:gd name="connsiteX5" fmla="*/ 5620 w 34099"/>
                <a:gd name="connsiteY5" fmla="*/ 667 h 54006"/>
                <a:gd name="connsiteX6" fmla="*/ 5620 w 34099"/>
                <a:gd name="connsiteY6" fmla="*/ 7715 h 54006"/>
                <a:gd name="connsiteX7" fmla="*/ 21241 w 34099"/>
                <a:gd name="connsiteY7" fmla="*/ 0 h 54006"/>
                <a:gd name="connsiteX8" fmla="*/ 34100 w 34099"/>
                <a:gd name="connsiteY8" fmla="*/ 5048 h 54006"/>
                <a:gd name="connsiteX9" fmla="*/ 30004 w 34099"/>
                <a:gd name="connsiteY9" fmla="*/ 9144 h 54006"/>
                <a:gd name="connsiteX10" fmla="*/ 19907 w 34099"/>
                <a:gd name="connsiteY10" fmla="*/ 4953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99" h="54006">
                  <a:moveTo>
                    <a:pt x="19907" y="5048"/>
                  </a:moveTo>
                  <a:cubicBezTo>
                    <a:pt x="10668" y="5048"/>
                    <a:pt x="5620" y="12668"/>
                    <a:pt x="5620" y="21146"/>
                  </a:cubicBezTo>
                  <a:lnTo>
                    <a:pt x="5620" y="54007"/>
                  </a:lnTo>
                  <a:lnTo>
                    <a:pt x="0" y="54007"/>
                  </a:lnTo>
                  <a:lnTo>
                    <a:pt x="0" y="667"/>
                  </a:lnTo>
                  <a:lnTo>
                    <a:pt x="5620" y="667"/>
                  </a:lnTo>
                  <a:lnTo>
                    <a:pt x="5620" y="7715"/>
                  </a:lnTo>
                  <a:cubicBezTo>
                    <a:pt x="8668" y="2762"/>
                    <a:pt x="14859" y="0"/>
                    <a:pt x="21241" y="0"/>
                  </a:cubicBezTo>
                  <a:cubicBezTo>
                    <a:pt x="26479" y="0"/>
                    <a:pt x="30194" y="1238"/>
                    <a:pt x="34100" y="5048"/>
                  </a:cubicBezTo>
                  <a:lnTo>
                    <a:pt x="30004" y="9144"/>
                  </a:lnTo>
                  <a:cubicBezTo>
                    <a:pt x="26765" y="5906"/>
                    <a:pt x="24384" y="4953"/>
                    <a:pt x="19907" y="495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6516A20F-ED91-E6DA-4BCE-8CFAB5C4FEB3}"/>
                </a:ext>
              </a:extLst>
            </p:cNvPr>
            <p:cNvSpPr/>
            <p:nvPr/>
          </p:nvSpPr>
          <p:spPr>
            <a:xfrm>
              <a:off x="10811636" y="697940"/>
              <a:ext cx="43053" cy="54673"/>
            </a:xfrm>
            <a:custGeom>
              <a:avLst/>
              <a:gdLst>
                <a:gd name="connsiteX0" fmla="*/ 32671 w 43053"/>
                <a:gd name="connsiteY0" fmla="*/ 9525 h 54673"/>
                <a:gd name="connsiteX1" fmla="*/ 21622 w 43053"/>
                <a:gd name="connsiteY1" fmla="*/ 4953 h 54673"/>
                <a:gd name="connsiteX2" fmla="*/ 10573 w 43053"/>
                <a:gd name="connsiteY2" fmla="*/ 9525 h 54673"/>
                <a:gd name="connsiteX3" fmla="*/ 5810 w 43053"/>
                <a:gd name="connsiteY3" fmla="*/ 27337 h 54673"/>
                <a:gd name="connsiteX4" fmla="*/ 10573 w 43053"/>
                <a:gd name="connsiteY4" fmla="*/ 45149 h 54673"/>
                <a:gd name="connsiteX5" fmla="*/ 21622 w 43053"/>
                <a:gd name="connsiteY5" fmla="*/ 49721 h 54673"/>
                <a:gd name="connsiteX6" fmla="*/ 32671 w 43053"/>
                <a:gd name="connsiteY6" fmla="*/ 45149 h 54673"/>
                <a:gd name="connsiteX7" fmla="*/ 37433 w 43053"/>
                <a:gd name="connsiteY7" fmla="*/ 27337 h 54673"/>
                <a:gd name="connsiteX8" fmla="*/ 32671 w 43053"/>
                <a:gd name="connsiteY8" fmla="*/ 9525 h 54673"/>
                <a:gd name="connsiteX9" fmla="*/ 36385 w 43053"/>
                <a:gd name="connsiteY9" fmla="*/ 48768 h 54673"/>
                <a:gd name="connsiteX10" fmla="*/ 21526 w 43053"/>
                <a:gd name="connsiteY10" fmla="*/ 54674 h 54673"/>
                <a:gd name="connsiteX11" fmla="*/ 6668 w 43053"/>
                <a:gd name="connsiteY11" fmla="*/ 48768 h 54673"/>
                <a:gd name="connsiteX12" fmla="*/ 0 w 43053"/>
                <a:gd name="connsiteY12" fmla="*/ 27337 h 54673"/>
                <a:gd name="connsiteX13" fmla="*/ 6668 w 43053"/>
                <a:gd name="connsiteY13" fmla="*/ 5906 h 54673"/>
                <a:gd name="connsiteX14" fmla="*/ 21526 w 43053"/>
                <a:gd name="connsiteY14" fmla="*/ 0 h 54673"/>
                <a:gd name="connsiteX15" fmla="*/ 36385 w 43053"/>
                <a:gd name="connsiteY15" fmla="*/ 5906 h 54673"/>
                <a:gd name="connsiteX16" fmla="*/ 43053 w 43053"/>
                <a:gd name="connsiteY16" fmla="*/ 27337 h 54673"/>
                <a:gd name="connsiteX17" fmla="*/ 36385 w 43053"/>
                <a:gd name="connsiteY17" fmla="*/ 48768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053" h="54673">
                  <a:moveTo>
                    <a:pt x="32671" y="9525"/>
                  </a:moveTo>
                  <a:cubicBezTo>
                    <a:pt x="29718" y="6572"/>
                    <a:pt x="25908" y="4953"/>
                    <a:pt x="21622" y="4953"/>
                  </a:cubicBezTo>
                  <a:cubicBezTo>
                    <a:pt x="17335" y="4953"/>
                    <a:pt x="13525" y="6477"/>
                    <a:pt x="10573" y="9525"/>
                  </a:cubicBezTo>
                  <a:cubicBezTo>
                    <a:pt x="6191" y="13907"/>
                    <a:pt x="5810" y="21146"/>
                    <a:pt x="5810" y="27337"/>
                  </a:cubicBezTo>
                  <a:cubicBezTo>
                    <a:pt x="5810" y="33528"/>
                    <a:pt x="6191" y="40767"/>
                    <a:pt x="10573" y="45149"/>
                  </a:cubicBezTo>
                  <a:cubicBezTo>
                    <a:pt x="13525" y="48101"/>
                    <a:pt x="17335" y="49721"/>
                    <a:pt x="21622" y="49721"/>
                  </a:cubicBezTo>
                  <a:cubicBezTo>
                    <a:pt x="25908" y="49721"/>
                    <a:pt x="29718" y="48197"/>
                    <a:pt x="32671" y="45149"/>
                  </a:cubicBezTo>
                  <a:cubicBezTo>
                    <a:pt x="37052" y="40767"/>
                    <a:pt x="37433" y="33528"/>
                    <a:pt x="37433" y="27337"/>
                  </a:cubicBezTo>
                  <a:cubicBezTo>
                    <a:pt x="37433" y="21146"/>
                    <a:pt x="37147" y="13907"/>
                    <a:pt x="32671" y="9525"/>
                  </a:cubicBezTo>
                  <a:moveTo>
                    <a:pt x="36385" y="48768"/>
                  </a:moveTo>
                  <a:cubicBezTo>
                    <a:pt x="32480" y="52673"/>
                    <a:pt x="27622" y="54674"/>
                    <a:pt x="21526" y="54674"/>
                  </a:cubicBezTo>
                  <a:cubicBezTo>
                    <a:pt x="15430" y="54674"/>
                    <a:pt x="10573" y="52673"/>
                    <a:pt x="6668" y="48768"/>
                  </a:cubicBezTo>
                  <a:cubicBezTo>
                    <a:pt x="1048" y="43148"/>
                    <a:pt x="0" y="34957"/>
                    <a:pt x="0" y="27337"/>
                  </a:cubicBezTo>
                  <a:cubicBezTo>
                    <a:pt x="0" y="19717"/>
                    <a:pt x="1048" y="11525"/>
                    <a:pt x="6668" y="5906"/>
                  </a:cubicBezTo>
                  <a:cubicBezTo>
                    <a:pt x="10573" y="2000"/>
                    <a:pt x="15526" y="0"/>
                    <a:pt x="21526" y="0"/>
                  </a:cubicBezTo>
                  <a:cubicBezTo>
                    <a:pt x="27527" y="0"/>
                    <a:pt x="32480" y="2000"/>
                    <a:pt x="36385" y="5906"/>
                  </a:cubicBezTo>
                  <a:cubicBezTo>
                    <a:pt x="42005" y="11525"/>
                    <a:pt x="43053" y="19717"/>
                    <a:pt x="43053" y="27337"/>
                  </a:cubicBezTo>
                  <a:cubicBezTo>
                    <a:pt x="43053" y="34957"/>
                    <a:pt x="42101" y="43148"/>
                    <a:pt x="36385" y="487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A545EC28-E0DC-9CC4-0B59-3B0BEA54D62A}"/>
                </a:ext>
              </a:extLst>
            </p:cNvPr>
            <p:cNvSpPr/>
            <p:nvPr/>
          </p:nvSpPr>
          <p:spPr>
            <a:xfrm>
              <a:off x="10863833" y="698606"/>
              <a:ext cx="44481" cy="53340"/>
            </a:xfrm>
            <a:custGeom>
              <a:avLst/>
              <a:gdLst>
                <a:gd name="connsiteX0" fmla="*/ 19526 w 44481"/>
                <a:gd name="connsiteY0" fmla="*/ 53340 h 53340"/>
                <a:gd name="connsiteX1" fmla="*/ 0 w 44481"/>
                <a:gd name="connsiteY1" fmla="*/ 0 h 53340"/>
                <a:gd name="connsiteX2" fmla="*/ 6191 w 44481"/>
                <a:gd name="connsiteY2" fmla="*/ 0 h 53340"/>
                <a:gd name="connsiteX3" fmla="*/ 22288 w 44481"/>
                <a:gd name="connsiteY3" fmla="*/ 46673 h 53340"/>
                <a:gd name="connsiteX4" fmla="*/ 38290 w 44481"/>
                <a:gd name="connsiteY4" fmla="*/ 0 h 53340"/>
                <a:gd name="connsiteX5" fmla="*/ 44482 w 44481"/>
                <a:gd name="connsiteY5" fmla="*/ 0 h 53340"/>
                <a:gd name="connsiteX6" fmla="*/ 25051 w 44481"/>
                <a:gd name="connsiteY6" fmla="*/ 53340 h 53340"/>
                <a:gd name="connsiteX7" fmla="*/ 19526 w 44481"/>
                <a:gd name="connsiteY7" fmla="*/ 53340 h 5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481" h="53340">
                  <a:moveTo>
                    <a:pt x="19526" y="53340"/>
                  </a:moveTo>
                  <a:lnTo>
                    <a:pt x="0" y="0"/>
                  </a:lnTo>
                  <a:lnTo>
                    <a:pt x="6191" y="0"/>
                  </a:lnTo>
                  <a:lnTo>
                    <a:pt x="22288" y="46673"/>
                  </a:lnTo>
                  <a:lnTo>
                    <a:pt x="38290" y="0"/>
                  </a:lnTo>
                  <a:lnTo>
                    <a:pt x="44482" y="0"/>
                  </a:lnTo>
                  <a:lnTo>
                    <a:pt x="25051" y="53340"/>
                  </a:lnTo>
                  <a:lnTo>
                    <a:pt x="19526" y="533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9C965E10-AAA7-CD65-0C71-2C9F0B05AD99}"/>
                </a:ext>
              </a:extLst>
            </p:cNvPr>
            <p:cNvSpPr/>
            <p:nvPr/>
          </p:nvSpPr>
          <p:spPr>
            <a:xfrm>
              <a:off x="10917268" y="698035"/>
              <a:ext cx="42671" cy="54673"/>
            </a:xfrm>
            <a:custGeom>
              <a:avLst/>
              <a:gdLst>
                <a:gd name="connsiteX0" fmla="*/ 35242 w 42671"/>
                <a:gd name="connsiteY0" fmla="*/ 13906 h 54673"/>
                <a:gd name="connsiteX1" fmla="*/ 21431 w 42671"/>
                <a:gd name="connsiteY1" fmla="*/ 4953 h 54673"/>
                <a:gd name="connsiteX2" fmla="*/ 7620 w 42671"/>
                <a:gd name="connsiteY2" fmla="*/ 13906 h 54673"/>
                <a:gd name="connsiteX3" fmla="*/ 5715 w 42671"/>
                <a:gd name="connsiteY3" fmla="*/ 24003 h 54673"/>
                <a:gd name="connsiteX4" fmla="*/ 37148 w 42671"/>
                <a:gd name="connsiteY4" fmla="*/ 24003 h 54673"/>
                <a:gd name="connsiteX5" fmla="*/ 35242 w 42671"/>
                <a:gd name="connsiteY5" fmla="*/ 13906 h 54673"/>
                <a:gd name="connsiteX6" fmla="*/ 23050 w 42671"/>
                <a:gd name="connsiteY6" fmla="*/ 49530 h 54673"/>
                <a:gd name="connsiteX7" fmla="*/ 37719 w 42671"/>
                <a:gd name="connsiteY7" fmla="*/ 43148 h 54673"/>
                <a:gd name="connsiteX8" fmla="*/ 41910 w 42671"/>
                <a:gd name="connsiteY8" fmla="*/ 46482 h 54673"/>
                <a:gd name="connsiteX9" fmla="*/ 22669 w 42671"/>
                <a:gd name="connsiteY9" fmla="*/ 54673 h 54673"/>
                <a:gd name="connsiteX10" fmla="*/ 0 w 42671"/>
                <a:gd name="connsiteY10" fmla="*/ 27337 h 54673"/>
                <a:gd name="connsiteX11" fmla="*/ 21336 w 42671"/>
                <a:gd name="connsiteY11" fmla="*/ 0 h 54673"/>
                <a:gd name="connsiteX12" fmla="*/ 42672 w 42671"/>
                <a:gd name="connsiteY12" fmla="*/ 26003 h 54673"/>
                <a:gd name="connsiteX13" fmla="*/ 42672 w 42671"/>
                <a:gd name="connsiteY13" fmla="*/ 28575 h 54673"/>
                <a:gd name="connsiteX14" fmla="*/ 5620 w 42671"/>
                <a:gd name="connsiteY14" fmla="*/ 28575 h 54673"/>
                <a:gd name="connsiteX15" fmla="*/ 22955 w 42671"/>
                <a:gd name="connsiteY15" fmla="*/ 49625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71" h="54673">
                  <a:moveTo>
                    <a:pt x="35242" y="13906"/>
                  </a:moveTo>
                  <a:cubicBezTo>
                    <a:pt x="32956" y="8287"/>
                    <a:pt x="27623" y="4953"/>
                    <a:pt x="21431" y="4953"/>
                  </a:cubicBezTo>
                  <a:cubicBezTo>
                    <a:pt x="15240" y="4953"/>
                    <a:pt x="9906" y="8287"/>
                    <a:pt x="7620" y="13906"/>
                  </a:cubicBezTo>
                  <a:cubicBezTo>
                    <a:pt x="6382" y="17335"/>
                    <a:pt x="6096" y="18764"/>
                    <a:pt x="5715" y="24003"/>
                  </a:cubicBezTo>
                  <a:lnTo>
                    <a:pt x="37148" y="24003"/>
                  </a:lnTo>
                  <a:cubicBezTo>
                    <a:pt x="36767" y="18955"/>
                    <a:pt x="36671" y="17145"/>
                    <a:pt x="35242" y="13906"/>
                  </a:cubicBezTo>
                  <a:moveTo>
                    <a:pt x="23050" y="49530"/>
                  </a:moveTo>
                  <a:cubicBezTo>
                    <a:pt x="29337" y="49530"/>
                    <a:pt x="33242" y="47625"/>
                    <a:pt x="37719" y="43148"/>
                  </a:cubicBezTo>
                  <a:lnTo>
                    <a:pt x="41910" y="46482"/>
                  </a:lnTo>
                  <a:cubicBezTo>
                    <a:pt x="36481" y="51911"/>
                    <a:pt x="31528" y="54673"/>
                    <a:pt x="22669" y="54673"/>
                  </a:cubicBezTo>
                  <a:cubicBezTo>
                    <a:pt x="8001" y="54673"/>
                    <a:pt x="0" y="45148"/>
                    <a:pt x="0" y="27337"/>
                  </a:cubicBezTo>
                  <a:cubicBezTo>
                    <a:pt x="0" y="9525"/>
                    <a:pt x="8001" y="0"/>
                    <a:pt x="21336" y="0"/>
                  </a:cubicBezTo>
                  <a:cubicBezTo>
                    <a:pt x="34671" y="0"/>
                    <a:pt x="42672" y="9620"/>
                    <a:pt x="42672" y="26003"/>
                  </a:cubicBezTo>
                  <a:lnTo>
                    <a:pt x="42672" y="28575"/>
                  </a:lnTo>
                  <a:lnTo>
                    <a:pt x="5620" y="28575"/>
                  </a:lnTo>
                  <a:cubicBezTo>
                    <a:pt x="5620" y="42196"/>
                    <a:pt x="11621" y="49625"/>
                    <a:pt x="22955" y="4962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B849856D-BD9B-06EB-AE76-6CE8E4AA1B62}"/>
                </a:ext>
              </a:extLst>
            </p:cNvPr>
            <p:cNvSpPr/>
            <p:nvPr/>
          </p:nvSpPr>
          <p:spPr>
            <a:xfrm>
              <a:off x="10977371" y="697940"/>
              <a:ext cx="41052" cy="54006"/>
            </a:xfrm>
            <a:custGeom>
              <a:avLst/>
              <a:gdLst>
                <a:gd name="connsiteX0" fmla="*/ 35433 w 41052"/>
                <a:gd name="connsiteY0" fmla="*/ 20955 h 54006"/>
                <a:gd name="connsiteX1" fmla="*/ 20669 w 41052"/>
                <a:gd name="connsiteY1" fmla="*/ 5048 h 54006"/>
                <a:gd name="connsiteX2" fmla="*/ 5620 w 41052"/>
                <a:gd name="connsiteY2" fmla="*/ 20955 h 54006"/>
                <a:gd name="connsiteX3" fmla="*/ 5620 w 41052"/>
                <a:gd name="connsiteY3" fmla="*/ 54007 h 54006"/>
                <a:gd name="connsiteX4" fmla="*/ 0 w 41052"/>
                <a:gd name="connsiteY4" fmla="*/ 54007 h 54006"/>
                <a:gd name="connsiteX5" fmla="*/ 0 w 41052"/>
                <a:gd name="connsiteY5" fmla="*/ 667 h 54006"/>
                <a:gd name="connsiteX6" fmla="*/ 5620 w 41052"/>
                <a:gd name="connsiteY6" fmla="*/ 667 h 54006"/>
                <a:gd name="connsiteX7" fmla="*/ 5620 w 41052"/>
                <a:gd name="connsiteY7" fmla="*/ 6953 h 54006"/>
                <a:gd name="connsiteX8" fmla="*/ 21336 w 41052"/>
                <a:gd name="connsiteY8" fmla="*/ 0 h 54006"/>
                <a:gd name="connsiteX9" fmla="*/ 35528 w 41052"/>
                <a:gd name="connsiteY9" fmla="*/ 5048 h 54006"/>
                <a:gd name="connsiteX10" fmla="*/ 41053 w 41052"/>
                <a:gd name="connsiteY10" fmla="*/ 19907 h 54006"/>
                <a:gd name="connsiteX11" fmla="*/ 41053 w 41052"/>
                <a:gd name="connsiteY11" fmla="*/ 54007 h 54006"/>
                <a:gd name="connsiteX12" fmla="*/ 35433 w 41052"/>
                <a:gd name="connsiteY12" fmla="*/ 54007 h 54006"/>
                <a:gd name="connsiteX13" fmla="*/ 35433 w 41052"/>
                <a:gd name="connsiteY13" fmla="*/ 20955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052" h="54006">
                  <a:moveTo>
                    <a:pt x="35433" y="20955"/>
                  </a:moveTo>
                  <a:cubicBezTo>
                    <a:pt x="35433" y="10668"/>
                    <a:pt x="30385" y="5048"/>
                    <a:pt x="20669" y="5048"/>
                  </a:cubicBezTo>
                  <a:cubicBezTo>
                    <a:pt x="10954" y="5048"/>
                    <a:pt x="5620" y="10763"/>
                    <a:pt x="5620" y="20955"/>
                  </a:cubicBezTo>
                  <a:lnTo>
                    <a:pt x="5620" y="54007"/>
                  </a:lnTo>
                  <a:lnTo>
                    <a:pt x="0" y="54007"/>
                  </a:lnTo>
                  <a:lnTo>
                    <a:pt x="0" y="667"/>
                  </a:lnTo>
                  <a:lnTo>
                    <a:pt x="5620" y="667"/>
                  </a:lnTo>
                  <a:lnTo>
                    <a:pt x="5620" y="6953"/>
                  </a:lnTo>
                  <a:cubicBezTo>
                    <a:pt x="9620" y="2286"/>
                    <a:pt x="14764" y="0"/>
                    <a:pt x="21336" y="0"/>
                  </a:cubicBezTo>
                  <a:cubicBezTo>
                    <a:pt x="27242" y="0"/>
                    <a:pt x="31909" y="1619"/>
                    <a:pt x="35528" y="5048"/>
                  </a:cubicBezTo>
                  <a:cubicBezTo>
                    <a:pt x="39148" y="8573"/>
                    <a:pt x="41053" y="13526"/>
                    <a:pt x="41053" y="19907"/>
                  </a:cubicBezTo>
                  <a:lnTo>
                    <a:pt x="41053" y="54007"/>
                  </a:lnTo>
                  <a:lnTo>
                    <a:pt x="35433" y="54007"/>
                  </a:lnTo>
                  <a:lnTo>
                    <a:pt x="35433" y="209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6942332-A059-26EC-9D9E-A1C28ED27CCF}"/>
                </a:ext>
              </a:extLst>
            </p:cNvPr>
            <p:cNvSpPr/>
            <p:nvPr/>
          </p:nvSpPr>
          <p:spPr>
            <a:xfrm>
              <a:off x="11068716" y="673270"/>
              <a:ext cx="52577" cy="78771"/>
            </a:xfrm>
            <a:custGeom>
              <a:avLst/>
              <a:gdLst>
                <a:gd name="connsiteX0" fmla="*/ 28289 w 52577"/>
                <a:gd name="connsiteY0" fmla="*/ 5239 h 78771"/>
                <a:gd name="connsiteX1" fmla="*/ 6001 w 52577"/>
                <a:gd name="connsiteY1" fmla="*/ 5239 h 78771"/>
                <a:gd name="connsiteX2" fmla="*/ 6001 w 52577"/>
                <a:gd name="connsiteY2" fmla="*/ 40005 h 78771"/>
                <a:gd name="connsiteX3" fmla="*/ 28289 w 52577"/>
                <a:gd name="connsiteY3" fmla="*/ 40005 h 78771"/>
                <a:gd name="connsiteX4" fmla="*/ 46768 w 52577"/>
                <a:gd name="connsiteY4" fmla="*/ 22670 h 78771"/>
                <a:gd name="connsiteX5" fmla="*/ 28289 w 52577"/>
                <a:gd name="connsiteY5" fmla="*/ 5334 h 78771"/>
                <a:gd name="connsiteX6" fmla="*/ 28956 w 52577"/>
                <a:gd name="connsiteY6" fmla="*/ 45339 h 78771"/>
                <a:gd name="connsiteX7" fmla="*/ 6001 w 52577"/>
                <a:gd name="connsiteY7" fmla="*/ 45339 h 78771"/>
                <a:gd name="connsiteX8" fmla="*/ 6001 w 52577"/>
                <a:gd name="connsiteY8" fmla="*/ 78772 h 78771"/>
                <a:gd name="connsiteX9" fmla="*/ 0 w 52577"/>
                <a:gd name="connsiteY9" fmla="*/ 78772 h 78771"/>
                <a:gd name="connsiteX10" fmla="*/ 0 w 52577"/>
                <a:gd name="connsiteY10" fmla="*/ 0 h 78771"/>
                <a:gd name="connsiteX11" fmla="*/ 28861 w 52577"/>
                <a:gd name="connsiteY11" fmla="*/ 0 h 78771"/>
                <a:gd name="connsiteX12" fmla="*/ 52578 w 52577"/>
                <a:gd name="connsiteY12" fmla="*/ 22670 h 78771"/>
                <a:gd name="connsiteX13" fmla="*/ 28861 w 52577"/>
                <a:gd name="connsiteY13" fmla="*/ 45339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77" h="78771">
                  <a:moveTo>
                    <a:pt x="28289" y="5239"/>
                  </a:moveTo>
                  <a:lnTo>
                    <a:pt x="6001" y="5239"/>
                  </a:lnTo>
                  <a:lnTo>
                    <a:pt x="6001" y="40005"/>
                  </a:lnTo>
                  <a:lnTo>
                    <a:pt x="28289" y="40005"/>
                  </a:lnTo>
                  <a:cubicBezTo>
                    <a:pt x="39243" y="40005"/>
                    <a:pt x="46768" y="34481"/>
                    <a:pt x="46768" y="22670"/>
                  </a:cubicBezTo>
                  <a:cubicBezTo>
                    <a:pt x="46768" y="10859"/>
                    <a:pt x="39243" y="5334"/>
                    <a:pt x="28289" y="5334"/>
                  </a:cubicBezTo>
                  <a:moveTo>
                    <a:pt x="28956" y="45339"/>
                  </a:moveTo>
                  <a:lnTo>
                    <a:pt x="6001" y="45339"/>
                  </a:lnTo>
                  <a:lnTo>
                    <a:pt x="6001" y="78772"/>
                  </a:lnTo>
                  <a:lnTo>
                    <a:pt x="0" y="78772"/>
                  </a:lnTo>
                  <a:lnTo>
                    <a:pt x="0" y="0"/>
                  </a:lnTo>
                  <a:lnTo>
                    <a:pt x="28861" y="0"/>
                  </a:lnTo>
                  <a:cubicBezTo>
                    <a:pt x="42481" y="0"/>
                    <a:pt x="52578" y="8192"/>
                    <a:pt x="52578" y="22670"/>
                  </a:cubicBezTo>
                  <a:cubicBezTo>
                    <a:pt x="52578" y="37148"/>
                    <a:pt x="42386" y="45339"/>
                    <a:pt x="28861" y="4533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E817AF2-7515-F97E-8369-39F57AD7F3DD}"/>
                </a:ext>
              </a:extLst>
            </p:cNvPr>
            <p:cNvSpPr/>
            <p:nvPr/>
          </p:nvSpPr>
          <p:spPr>
            <a:xfrm>
              <a:off x="11137486" y="697940"/>
              <a:ext cx="34099" cy="54006"/>
            </a:xfrm>
            <a:custGeom>
              <a:avLst/>
              <a:gdLst>
                <a:gd name="connsiteX0" fmla="*/ 19907 w 34099"/>
                <a:gd name="connsiteY0" fmla="*/ 5048 h 54006"/>
                <a:gd name="connsiteX1" fmla="*/ 5620 w 34099"/>
                <a:gd name="connsiteY1" fmla="*/ 21146 h 54006"/>
                <a:gd name="connsiteX2" fmla="*/ 5620 w 34099"/>
                <a:gd name="connsiteY2" fmla="*/ 54007 h 54006"/>
                <a:gd name="connsiteX3" fmla="*/ 0 w 34099"/>
                <a:gd name="connsiteY3" fmla="*/ 54007 h 54006"/>
                <a:gd name="connsiteX4" fmla="*/ 0 w 34099"/>
                <a:gd name="connsiteY4" fmla="*/ 667 h 54006"/>
                <a:gd name="connsiteX5" fmla="*/ 5620 w 34099"/>
                <a:gd name="connsiteY5" fmla="*/ 667 h 54006"/>
                <a:gd name="connsiteX6" fmla="*/ 5620 w 34099"/>
                <a:gd name="connsiteY6" fmla="*/ 7715 h 54006"/>
                <a:gd name="connsiteX7" fmla="*/ 21241 w 34099"/>
                <a:gd name="connsiteY7" fmla="*/ 0 h 54006"/>
                <a:gd name="connsiteX8" fmla="*/ 34099 w 34099"/>
                <a:gd name="connsiteY8" fmla="*/ 5048 h 54006"/>
                <a:gd name="connsiteX9" fmla="*/ 30004 w 34099"/>
                <a:gd name="connsiteY9" fmla="*/ 9144 h 54006"/>
                <a:gd name="connsiteX10" fmla="*/ 19907 w 34099"/>
                <a:gd name="connsiteY10" fmla="*/ 4953 h 5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99" h="54006">
                  <a:moveTo>
                    <a:pt x="19907" y="5048"/>
                  </a:moveTo>
                  <a:cubicBezTo>
                    <a:pt x="10763" y="5048"/>
                    <a:pt x="5620" y="12668"/>
                    <a:pt x="5620" y="21146"/>
                  </a:cubicBezTo>
                  <a:lnTo>
                    <a:pt x="5620" y="54007"/>
                  </a:lnTo>
                  <a:lnTo>
                    <a:pt x="0" y="54007"/>
                  </a:lnTo>
                  <a:lnTo>
                    <a:pt x="0" y="667"/>
                  </a:lnTo>
                  <a:lnTo>
                    <a:pt x="5620" y="667"/>
                  </a:lnTo>
                  <a:lnTo>
                    <a:pt x="5620" y="7715"/>
                  </a:lnTo>
                  <a:cubicBezTo>
                    <a:pt x="8668" y="2762"/>
                    <a:pt x="14954" y="0"/>
                    <a:pt x="21241" y="0"/>
                  </a:cubicBezTo>
                  <a:cubicBezTo>
                    <a:pt x="26384" y="0"/>
                    <a:pt x="30194" y="1238"/>
                    <a:pt x="34099" y="5048"/>
                  </a:cubicBezTo>
                  <a:lnTo>
                    <a:pt x="30004" y="9144"/>
                  </a:lnTo>
                  <a:cubicBezTo>
                    <a:pt x="26765" y="5906"/>
                    <a:pt x="24384" y="4953"/>
                    <a:pt x="19907" y="495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BDE65150-604C-A930-37FB-E60AFFF03FD4}"/>
                </a:ext>
              </a:extLst>
            </p:cNvPr>
            <p:cNvSpPr/>
            <p:nvPr/>
          </p:nvSpPr>
          <p:spPr>
            <a:xfrm>
              <a:off x="11180253" y="697940"/>
              <a:ext cx="42957" cy="54673"/>
            </a:xfrm>
            <a:custGeom>
              <a:avLst/>
              <a:gdLst>
                <a:gd name="connsiteX0" fmla="*/ 32480 w 42957"/>
                <a:gd name="connsiteY0" fmla="*/ 9525 h 54673"/>
                <a:gd name="connsiteX1" fmla="*/ 21431 w 42957"/>
                <a:gd name="connsiteY1" fmla="*/ 4953 h 54673"/>
                <a:gd name="connsiteX2" fmla="*/ 10382 w 42957"/>
                <a:gd name="connsiteY2" fmla="*/ 9525 h 54673"/>
                <a:gd name="connsiteX3" fmla="*/ 5620 w 42957"/>
                <a:gd name="connsiteY3" fmla="*/ 27337 h 54673"/>
                <a:gd name="connsiteX4" fmla="*/ 10382 w 42957"/>
                <a:gd name="connsiteY4" fmla="*/ 45149 h 54673"/>
                <a:gd name="connsiteX5" fmla="*/ 21431 w 42957"/>
                <a:gd name="connsiteY5" fmla="*/ 49721 h 54673"/>
                <a:gd name="connsiteX6" fmla="*/ 32480 w 42957"/>
                <a:gd name="connsiteY6" fmla="*/ 45149 h 54673"/>
                <a:gd name="connsiteX7" fmla="*/ 37243 w 42957"/>
                <a:gd name="connsiteY7" fmla="*/ 27337 h 54673"/>
                <a:gd name="connsiteX8" fmla="*/ 32480 w 42957"/>
                <a:gd name="connsiteY8" fmla="*/ 9525 h 54673"/>
                <a:gd name="connsiteX9" fmla="*/ 36290 w 42957"/>
                <a:gd name="connsiteY9" fmla="*/ 48768 h 54673"/>
                <a:gd name="connsiteX10" fmla="*/ 21431 w 42957"/>
                <a:gd name="connsiteY10" fmla="*/ 54674 h 54673"/>
                <a:gd name="connsiteX11" fmla="*/ 6667 w 42957"/>
                <a:gd name="connsiteY11" fmla="*/ 48768 h 54673"/>
                <a:gd name="connsiteX12" fmla="*/ 0 w 42957"/>
                <a:gd name="connsiteY12" fmla="*/ 27337 h 54673"/>
                <a:gd name="connsiteX13" fmla="*/ 6667 w 42957"/>
                <a:gd name="connsiteY13" fmla="*/ 5906 h 54673"/>
                <a:gd name="connsiteX14" fmla="*/ 21431 w 42957"/>
                <a:gd name="connsiteY14" fmla="*/ 0 h 54673"/>
                <a:gd name="connsiteX15" fmla="*/ 36290 w 42957"/>
                <a:gd name="connsiteY15" fmla="*/ 5906 h 54673"/>
                <a:gd name="connsiteX16" fmla="*/ 42958 w 42957"/>
                <a:gd name="connsiteY16" fmla="*/ 27337 h 54673"/>
                <a:gd name="connsiteX17" fmla="*/ 36290 w 42957"/>
                <a:gd name="connsiteY17" fmla="*/ 48768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957" h="54673">
                  <a:moveTo>
                    <a:pt x="32480" y="9525"/>
                  </a:moveTo>
                  <a:cubicBezTo>
                    <a:pt x="29527" y="6572"/>
                    <a:pt x="25717" y="4953"/>
                    <a:pt x="21431" y="4953"/>
                  </a:cubicBezTo>
                  <a:cubicBezTo>
                    <a:pt x="17145" y="4953"/>
                    <a:pt x="13335" y="6477"/>
                    <a:pt x="10382" y="9525"/>
                  </a:cubicBezTo>
                  <a:cubicBezTo>
                    <a:pt x="5905" y="13907"/>
                    <a:pt x="5620" y="21146"/>
                    <a:pt x="5620" y="27337"/>
                  </a:cubicBezTo>
                  <a:cubicBezTo>
                    <a:pt x="5620" y="33528"/>
                    <a:pt x="5905" y="40767"/>
                    <a:pt x="10382" y="45149"/>
                  </a:cubicBezTo>
                  <a:cubicBezTo>
                    <a:pt x="13335" y="48101"/>
                    <a:pt x="17145" y="49721"/>
                    <a:pt x="21431" y="49721"/>
                  </a:cubicBezTo>
                  <a:cubicBezTo>
                    <a:pt x="25717" y="49721"/>
                    <a:pt x="29527" y="48197"/>
                    <a:pt x="32480" y="45149"/>
                  </a:cubicBezTo>
                  <a:cubicBezTo>
                    <a:pt x="36862" y="40767"/>
                    <a:pt x="37243" y="33528"/>
                    <a:pt x="37243" y="27337"/>
                  </a:cubicBezTo>
                  <a:cubicBezTo>
                    <a:pt x="37243" y="21146"/>
                    <a:pt x="36862" y="13907"/>
                    <a:pt x="32480" y="9525"/>
                  </a:cubicBezTo>
                  <a:moveTo>
                    <a:pt x="36290" y="48768"/>
                  </a:moveTo>
                  <a:cubicBezTo>
                    <a:pt x="32385" y="52673"/>
                    <a:pt x="27527" y="54674"/>
                    <a:pt x="21431" y="54674"/>
                  </a:cubicBezTo>
                  <a:cubicBezTo>
                    <a:pt x="15335" y="54674"/>
                    <a:pt x="10477" y="52673"/>
                    <a:pt x="6667" y="48768"/>
                  </a:cubicBezTo>
                  <a:cubicBezTo>
                    <a:pt x="1048" y="43148"/>
                    <a:pt x="0" y="34957"/>
                    <a:pt x="0" y="27337"/>
                  </a:cubicBezTo>
                  <a:cubicBezTo>
                    <a:pt x="0" y="19717"/>
                    <a:pt x="1048" y="11525"/>
                    <a:pt x="6667" y="5906"/>
                  </a:cubicBezTo>
                  <a:cubicBezTo>
                    <a:pt x="10573" y="2000"/>
                    <a:pt x="15526" y="0"/>
                    <a:pt x="21431" y="0"/>
                  </a:cubicBezTo>
                  <a:cubicBezTo>
                    <a:pt x="27337" y="0"/>
                    <a:pt x="32385" y="2000"/>
                    <a:pt x="36290" y="5906"/>
                  </a:cubicBezTo>
                  <a:cubicBezTo>
                    <a:pt x="41910" y="11525"/>
                    <a:pt x="42958" y="19717"/>
                    <a:pt x="42958" y="27337"/>
                  </a:cubicBezTo>
                  <a:cubicBezTo>
                    <a:pt x="42958" y="34957"/>
                    <a:pt x="42005" y="43148"/>
                    <a:pt x="36290" y="4876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AE06358A-1D63-C787-414C-34B69617B59D}"/>
                </a:ext>
              </a:extLst>
            </p:cNvPr>
            <p:cNvSpPr/>
            <p:nvPr/>
          </p:nvSpPr>
          <p:spPr>
            <a:xfrm>
              <a:off x="11238451" y="673175"/>
              <a:ext cx="41338" cy="79438"/>
            </a:xfrm>
            <a:custGeom>
              <a:avLst/>
              <a:gdLst>
                <a:gd name="connsiteX0" fmla="*/ 20669 w 41338"/>
                <a:gd name="connsiteY0" fmla="*/ 29813 h 79438"/>
                <a:gd name="connsiteX1" fmla="*/ 5620 w 41338"/>
                <a:gd name="connsiteY1" fmla="*/ 52102 h 79438"/>
                <a:gd name="connsiteX2" fmla="*/ 20669 w 41338"/>
                <a:gd name="connsiteY2" fmla="*/ 74486 h 79438"/>
                <a:gd name="connsiteX3" fmla="*/ 35719 w 41338"/>
                <a:gd name="connsiteY3" fmla="*/ 52102 h 79438"/>
                <a:gd name="connsiteX4" fmla="*/ 20669 w 41338"/>
                <a:gd name="connsiteY4" fmla="*/ 29813 h 79438"/>
                <a:gd name="connsiteX5" fmla="*/ 35719 w 41338"/>
                <a:gd name="connsiteY5" fmla="*/ 71914 h 79438"/>
                <a:gd name="connsiteX6" fmla="*/ 19907 w 41338"/>
                <a:gd name="connsiteY6" fmla="*/ 79439 h 79438"/>
                <a:gd name="connsiteX7" fmla="*/ 6858 w 41338"/>
                <a:gd name="connsiteY7" fmla="*/ 74771 h 79438"/>
                <a:gd name="connsiteX8" fmla="*/ 0 w 41338"/>
                <a:gd name="connsiteY8" fmla="*/ 52102 h 79438"/>
                <a:gd name="connsiteX9" fmla="*/ 6858 w 41338"/>
                <a:gd name="connsiteY9" fmla="*/ 29432 h 79438"/>
                <a:gd name="connsiteX10" fmla="*/ 19907 w 41338"/>
                <a:gd name="connsiteY10" fmla="*/ 24765 h 79438"/>
                <a:gd name="connsiteX11" fmla="*/ 35719 w 41338"/>
                <a:gd name="connsiteY11" fmla="*/ 32290 h 79438"/>
                <a:gd name="connsiteX12" fmla="*/ 35719 w 41338"/>
                <a:gd name="connsiteY12" fmla="*/ 0 h 79438"/>
                <a:gd name="connsiteX13" fmla="*/ 41338 w 41338"/>
                <a:gd name="connsiteY13" fmla="*/ 0 h 79438"/>
                <a:gd name="connsiteX14" fmla="*/ 41338 w 41338"/>
                <a:gd name="connsiteY14" fmla="*/ 78772 h 79438"/>
                <a:gd name="connsiteX15" fmla="*/ 35719 w 41338"/>
                <a:gd name="connsiteY15" fmla="*/ 78772 h 79438"/>
                <a:gd name="connsiteX16" fmla="*/ 35719 w 41338"/>
                <a:gd name="connsiteY16" fmla="*/ 71914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38" h="79438">
                  <a:moveTo>
                    <a:pt x="20669" y="29813"/>
                  </a:moveTo>
                  <a:cubicBezTo>
                    <a:pt x="7620" y="29813"/>
                    <a:pt x="5620" y="41053"/>
                    <a:pt x="5620" y="52102"/>
                  </a:cubicBezTo>
                  <a:cubicBezTo>
                    <a:pt x="5620" y="63151"/>
                    <a:pt x="7620" y="74486"/>
                    <a:pt x="20669" y="74486"/>
                  </a:cubicBezTo>
                  <a:cubicBezTo>
                    <a:pt x="33719" y="74486"/>
                    <a:pt x="35719" y="63246"/>
                    <a:pt x="35719" y="52102"/>
                  </a:cubicBezTo>
                  <a:cubicBezTo>
                    <a:pt x="35719" y="40957"/>
                    <a:pt x="33719" y="29813"/>
                    <a:pt x="20669" y="29813"/>
                  </a:cubicBezTo>
                  <a:moveTo>
                    <a:pt x="35719" y="71914"/>
                  </a:moveTo>
                  <a:cubicBezTo>
                    <a:pt x="30956" y="78105"/>
                    <a:pt x="26003" y="79439"/>
                    <a:pt x="19907" y="79439"/>
                  </a:cubicBezTo>
                  <a:cubicBezTo>
                    <a:pt x="14288" y="79439"/>
                    <a:pt x="9620" y="77533"/>
                    <a:pt x="6858" y="74771"/>
                  </a:cubicBezTo>
                  <a:cubicBezTo>
                    <a:pt x="1429" y="69342"/>
                    <a:pt x="0" y="60484"/>
                    <a:pt x="0" y="52102"/>
                  </a:cubicBezTo>
                  <a:cubicBezTo>
                    <a:pt x="0" y="43720"/>
                    <a:pt x="1429" y="34862"/>
                    <a:pt x="6858" y="29432"/>
                  </a:cubicBezTo>
                  <a:cubicBezTo>
                    <a:pt x="9620" y="26670"/>
                    <a:pt x="14288" y="24765"/>
                    <a:pt x="19907" y="24765"/>
                  </a:cubicBezTo>
                  <a:cubicBezTo>
                    <a:pt x="26003" y="24765"/>
                    <a:pt x="30956" y="26099"/>
                    <a:pt x="35719" y="32290"/>
                  </a:cubicBezTo>
                  <a:lnTo>
                    <a:pt x="35719" y="0"/>
                  </a:lnTo>
                  <a:lnTo>
                    <a:pt x="41338" y="0"/>
                  </a:lnTo>
                  <a:lnTo>
                    <a:pt x="41338" y="78772"/>
                  </a:lnTo>
                  <a:lnTo>
                    <a:pt x="35719" y="78772"/>
                  </a:lnTo>
                  <a:lnTo>
                    <a:pt x="35719" y="719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DD4B1FB-CBE8-3729-8E1F-F96D8F95CB90}"/>
                </a:ext>
              </a:extLst>
            </p:cNvPr>
            <p:cNvSpPr/>
            <p:nvPr/>
          </p:nvSpPr>
          <p:spPr>
            <a:xfrm>
              <a:off x="11299602" y="698511"/>
              <a:ext cx="40957" cy="54102"/>
            </a:xfrm>
            <a:custGeom>
              <a:avLst/>
              <a:gdLst>
                <a:gd name="connsiteX0" fmla="*/ 35433 w 40957"/>
                <a:gd name="connsiteY0" fmla="*/ 47149 h 54102"/>
                <a:gd name="connsiteX1" fmla="*/ 19717 w 40957"/>
                <a:gd name="connsiteY1" fmla="*/ 54102 h 54102"/>
                <a:gd name="connsiteX2" fmla="*/ 5525 w 40957"/>
                <a:gd name="connsiteY2" fmla="*/ 48958 h 54102"/>
                <a:gd name="connsiteX3" fmla="*/ 0 w 40957"/>
                <a:gd name="connsiteY3" fmla="*/ 34100 h 54102"/>
                <a:gd name="connsiteX4" fmla="*/ 0 w 40957"/>
                <a:gd name="connsiteY4" fmla="*/ 0 h 54102"/>
                <a:gd name="connsiteX5" fmla="*/ 5620 w 40957"/>
                <a:gd name="connsiteY5" fmla="*/ 0 h 54102"/>
                <a:gd name="connsiteX6" fmla="*/ 5620 w 40957"/>
                <a:gd name="connsiteY6" fmla="*/ 33052 h 54102"/>
                <a:gd name="connsiteX7" fmla="*/ 20288 w 40957"/>
                <a:gd name="connsiteY7" fmla="*/ 48958 h 54102"/>
                <a:gd name="connsiteX8" fmla="*/ 35338 w 40957"/>
                <a:gd name="connsiteY8" fmla="*/ 33052 h 54102"/>
                <a:gd name="connsiteX9" fmla="*/ 35338 w 40957"/>
                <a:gd name="connsiteY9" fmla="*/ 0 h 54102"/>
                <a:gd name="connsiteX10" fmla="*/ 40958 w 40957"/>
                <a:gd name="connsiteY10" fmla="*/ 0 h 54102"/>
                <a:gd name="connsiteX11" fmla="*/ 40958 w 40957"/>
                <a:gd name="connsiteY11" fmla="*/ 53340 h 54102"/>
                <a:gd name="connsiteX12" fmla="*/ 35338 w 40957"/>
                <a:gd name="connsiteY12" fmla="*/ 53340 h 54102"/>
                <a:gd name="connsiteX13" fmla="*/ 35338 w 40957"/>
                <a:gd name="connsiteY13" fmla="*/ 47053 h 54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957" h="54102">
                  <a:moveTo>
                    <a:pt x="35433" y="47149"/>
                  </a:moveTo>
                  <a:cubicBezTo>
                    <a:pt x="31433" y="51816"/>
                    <a:pt x="26289" y="54102"/>
                    <a:pt x="19717" y="54102"/>
                  </a:cubicBezTo>
                  <a:cubicBezTo>
                    <a:pt x="13811" y="54102"/>
                    <a:pt x="9049" y="52388"/>
                    <a:pt x="5525" y="48958"/>
                  </a:cubicBezTo>
                  <a:cubicBezTo>
                    <a:pt x="1905" y="45434"/>
                    <a:pt x="0" y="40481"/>
                    <a:pt x="0" y="34100"/>
                  </a:cubicBezTo>
                  <a:lnTo>
                    <a:pt x="0" y="0"/>
                  </a:lnTo>
                  <a:lnTo>
                    <a:pt x="5620" y="0"/>
                  </a:lnTo>
                  <a:lnTo>
                    <a:pt x="5620" y="33052"/>
                  </a:lnTo>
                  <a:cubicBezTo>
                    <a:pt x="5620" y="43339"/>
                    <a:pt x="10668" y="48958"/>
                    <a:pt x="20288" y="48958"/>
                  </a:cubicBezTo>
                  <a:cubicBezTo>
                    <a:pt x="29908" y="48958"/>
                    <a:pt x="35338" y="43244"/>
                    <a:pt x="35338" y="33052"/>
                  </a:cubicBezTo>
                  <a:lnTo>
                    <a:pt x="35338" y="0"/>
                  </a:lnTo>
                  <a:lnTo>
                    <a:pt x="40958" y="0"/>
                  </a:lnTo>
                  <a:lnTo>
                    <a:pt x="40958" y="53340"/>
                  </a:lnTo>
                  <a:lnTo>
                    <a:pt x="35338" y="53340"/>
                  </a:lnTo>
                  <a:lnTo>
                    <a:pt x="35338" y="470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A63DE54-26CE-211B-C5EC-4FC3DE2ECAC4}"/>
                </a:ext>
              </a:extLst>
            </p:cNvPr>
            <p:cNvSpPr/>
            <p:nvPr/>
          </p:nvSpPr>
          <p:spPr>
            <a:xfrm>
              <a:off x="11358371" y="697940"/>
              <a:ext cx="41052" cy="54673"/>
            </a:xfrm>
            <a:custGeom>
              <a:avLst/>
              <a:gdLst>
                <a:gd name="connsiteX0" fmla="*/ 23431 w 41052"/>
                <a:gd name="connsiteY0" fmla="*/ 54674 h 54673"/>
                <a:gd name="connsiteX1" fmla="*/ 0 w 41052"/>
                <a:gd name="connsiteY1" fmla="*/ 27337 h 54673"/>
                <a:gd name="connsiteX2" fmla="*/ 23431 w 41052"/>
                <a:gd name="connsiteY2" fmla="*/ 0 h 54673"/>
                <a:gd name="connsiteX3" fmla="*/ 41053 w 41052"/>
                <a:gd name="connsiteY3" fmla="*/ 8192 h 54673"/>
                <a:gd name="connsiteX4" fmla="*/ 37148 w 41052"/>
                <a:gd name="connsiteY4" fmla="*/ 11716 h 54673"/>
                <a:gd name="connsiteX5" fmla="*/ 23431 w 41052"/>
                <a:gd name="connsiteY5" fmla="*/ 4953 h 54673"/>
                <a:gd name="connsiteX6" fmla="*/ 9239 w 41052"/>
                <a:gd name="connsiteY6" fmla="*/ 12002 h 54673"/>
                <a:gd name="connsiteX7" fmla="*/ 5620 w 41052"/>
                <a:gd name="connsiteY7" fmla="*/ 27242 h 54673"/>
                <a:gd name="connsiteX8" fmla="*/ 9239 w 41052"/>
                <a:gd name="connsiteY8" fmla="*/ 42482 h 54673"/>
                <a:gd name="connsiteX9" fmla="*/ 23431 w 41052"/>
                <a:gd name="connsiteY9" fmla="*/ 49530 h 54673"/>
                <a:gd name="connsiteX10" fmla="*/ 37148 w 41052"/>
                <a:gd name="connsiteY10" fmla="*/ 42767 h 54673"/>
                <a:gd name="connsiteX11" fmla="*/ 41053 w 41052"/>
                <a:gd name="connsiteY11" fmla="*/ 46292 h 54673"/>
                <a:gd name="connsiteX12" fmla="*/ 23431 w 41052"/>
                <a:gd name="connsiteY12" fmla="*/ 54483 h 5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052" h="54673">
                  <a:moveTo>
                    <a:pt x="23431" y="54674"/>
                  </a:moveTo>
                  <a:cubicBezTo>
                    <a:pt x="8858" y="54674"/>
                    <a:pt x="0" y="44291"/>
                    <a:pt x="0" y="27337"/>
                  </a:cubicBezTo>
                  <a:cubicBezTo>
                    <a:pt x="0" y="10382"/>
                    <a:pt x="8858" y="0"/>
                    <a:pt x="23431" y="0"/>
                  </a:cubicBezTo>
                  <a:cubicBezTo>
                    <a:pt x="30766" y="0"/>
                    <a:pt x="35338" y="1905"/>
                    <a:pt x="41053" y="8192"/>
                  </a:cubicBezTo>
                  <a:lnTo>
                    <a:pt x="37148" y="11716"/>
                  </a:lnTo>
                  <a:cubicBezTo>
                    <a:pt x="32575" y="6668"/>
                    <a:pt x="29051" y="4953"/>
                    <a:pt x="23431" y="4953"/>
                  </a:cubicBezTo>
                  <a:cubicBezTo>
                    <a:pt x="17335" y="4953"/>
                    <a:pt x="12478" y="7239"/>
                    <a:pt x="9239" y="12002"/>
                  </a:cubicBezTo>
                  <a:cubicBezTo>
                    <a:pt x="6572" y="15907"/>
                    <a:pt x="5620" y="20098"/>
                    <a:pt x="5620" y="27242"/>
                  </a:cubicBezTo>
                  <a:cubicBezTo>
                    <a:pt x="5620" y="34385"/>
                    <a:pt x="6572" y="38672"/>
                    <a:pt x="9239" y="42482"/>
                  </a:cubicBezTo>
                  <a:cubicBezTo>
                    <a:pt x="12383" y="47244"/>
                    <a:pt x="17335" y="49530"/>
                    <a:pt x="23431" y="49530"/>
                  </a:cubicBezTo>
                  <a:cubicBezTo>
                    <a:pt x="29051" y="49530"/>
                    <a:pt x="32575" y="47720"/>
                    <a:pt x="37148" y="42767"/>
                  </a:cubicBezTo>
                  <a:lnTo>
                    <a:pt x="41053" y="46292"/>
                  </a:lnTo>
                  <a:cubicBezTo>
                    <a:pt x="35433" y="52578"/>
                    <a:pt x="30766" y="54483"/>
                    <a:pt x="23431" y="5448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0A3562F7-0947-828B-E6C0-28F3737B71A4}"/>
                </a:ext>
              </a:extLst>
            </p:cNvPr>
            <p:cNvSpPr/>
            <p:nvPr/>
          </p:nvSpPr>
          <p:spPr>
            <a:xfrm>
              <a:off x="11411520" y="681652"/>
              <a:ext cx="25050" cy="70294"/>
            </a:xfrm>
            <a:custGeom>
              <a:avLst/>
              <a:gdLst>
                <a:gd name="connsiteX0" fmla="*/ 7334 w 25050"/>
                <a:gd name="connsiteY0" fmla="*/ 56388 h 70294"/>
                <a:gd name="connsiteX1" fmla="*/ 7334 w 25050"/>
                <a:gd name="connsiteY1" fmla="*/ 21241 h 70294"/>
                <a:gd name="connsiteX2" fmla="*/ 0 w 25050"/>
                <a:gd name="connsiteY2" fmla="*/ 21241 h 70294"/>
                <a:gd name="connsiteX3" fmla="*/ 0 w 25050"/>
                <a:gd name="connsiteY3" fmla="*/ 17050 h 70294"/>
                <a:gd name="connsiteX4" fmla="*/ 7334 w 25050"/>
                <a:gd name="connsiteY4" fmla="*/ 17050 h 70294"/>
                <a:gd name="connsiteX5" fmla="*/ 7334 w 25050"/>
                <a:gd name="connsiteY5" fmla="*/ 0 h 70294"/>
                <a:gd name="connsiteX6" fmla="*/ 12954 w 25050"/>
                <a:gd name="connsiteY6" fmla="*/ 0 h 70294"/>
                <a:gd name="connsiteX7" fmla="*/ 12954 w 25050"/>
                <a:gd name="connsiteY7" fmla="*/ 17050 h 70294"/>
                <a:gd name="connsiteX8" fmla="*/ 24956 w 25050"/>
                <a:gd name="connsiteY8" fmla="*/ 17050 h 70294"/>
                <a:gd name="connsiteX9" fmla="*/ 24956 w 25050"/>
                <a:gd name="connsiteY9" fmla="*/ 21241 h 70294"/>
                <a:gd name="connsiteX10" fmla="*/ 12954 w 25050"/>
                <a:gd name="connsiteY10" fmla="*/ 21241 h 70294"/>
                <a:gd name="connsiteX11" fmla="*/ 12954 w 25050"/>
                <a:gd name="connsiteY11" fmla="*/ 56483 h 70294"/>
                <a:gd name="connsiteX12" fmla="*/ 21146 w 25050"/>
                <a:gd name="connsiteY12" fmla="*/ 65342 h 70294"/>
                <a:gd name="connsiteX13" fmla="*/ 25051 w 25050"/>
                <a:gd name="connsiteY13" fmla="*/ 65342 h 70294"/>
                <a:gd name="connsiteX14" fmla="*/ 25051 w 25050"/>
                <a:gd name="connsiteY14" fmla="*/ 70295 h 70294"/>
                <a:gd name="connsiteX15" fmla="*/ 20193 w 25050"/>
                <a:gd name="connsiteY15" fmla="*/ 70295 h 70294"/>
                <a:gd name="connsiteX16" fmla="*/ 7334 w 25050"/>
                <a:gd name="connsiteY16" fmla="*/ 56388 h 7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50" h="70294">
                  <a:moveTo>
                    <a:pt x="7334" y="56388"/>
                  </a:moveTo>
                  <a:lnTo>
                    <a:pt x="7334" y="21241"/>
                  </a:lnTo>
                  <a:lnTo>
                    <a:pt x="0" y="21241"/>
                  </a:lnTo>
                  <a:lnTo>
                    <a:pt x="0" y="17050"/>
                  </a:lnTo>
                  <a:lnTo>
                    <a:pt x="7334" y="17050"/>
                  </a:lnTo>
                  <a:lnTo>
                    <a:pt x="7334" y="0"/>
                  </a:lnTo>
                  <a:lnTo>
                    <a:pt x="12954" y="0"/>
                  </a:lnTo>
                  <a:lnTo>
                    <a:pt x="12954" y="17050"/>
                  </a:lnTo>
                  <a:lnTo>
                    <a:pt x="24956" y="17050"/>
                  </a:lnTo>
                  <a:lnTo>
                    <a:pt x="24956" y="21241"/>
                  </a:lnTo>
                  <a:lnTo>
                    <a:pt x="12954" y="21241"/>
                  </a:lnTo>
                  <a:lnTo>
                    <a:pt x="12954" y="56483"/>
                  </a:lnTo>
                  <a:cubicBezTo>
                    <a:pt x="12954" y="62103"/>
                    <a:pt x="15526" y="65342"/>
                    <a:pt x="21146" y="65342"/>
                  </a:cubicBezTo>
                  <a:lnTo>
                    <a:pt x="25051" y="65342"/>
                  </a:lnTo>
                  <a:lnTo>
                    <a:pt x="25051" y="70295"/>
                  </a:lnTo>
                  <a:lnTo>
                    <a:pt x="20193" y="70295"/>
                  </a:lnTo>
                  <a:cubicBezTo>
                    <a:pt x="11811" y="70295"/>
                    <a:pt x="7334" y="64484"/>
                    <a:pt x="7334" y="563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A2C0295C-4D67-3E8A-36DB-C82BAC7693BF}"/>
                </a:ext>
              </a:extLst>
            </p:cNvPr>
            <p:cNvSpPr/>
            <p:nvPr/>
          </p:nvSpPr>
          <p:spPr>
            <a:xfrm>
              <a:off x="11451906" y="673175"/>
              <a:ext cx="6953" cy="78771"/>
            </a:xfrm>
            <a:custGeom>
              <a:avLst/>
              <a:gdLst>
                <a:gd name="connsiteX0" fmla="*/ 667 w 6953"/>
                <a:gd name="connsiteY0" fmla="*/ 78772 h 78771"/>
                <a:gd name="connsiteX1" fmla="*/ 6287 w 6953"/>
                <a:gd name="connsiteY1" fmla="*/ 78772 h 78771"/>
                <a:gd name="connsiteX2" fmla="*/ 6287 w 6953"/>
                <a:gd name="connsiteY2" fmla="*/ 25432 h 78771"/>
                <a:gd name="connsiteX3" fmla="*/ 667 w 6953"/>
                <a:gd name="connsiteY3" fmla="*/ 25432 h 78771"/>
                <a:gd name="connsiteX4" fmla="*/ 667 w 6953"/>
                <a:gd name="connsiteY4" fmla="*/ 78772 h 78771"/>
                <a:gd name="connsiteX5" fmla="*/ 0 w 6953"/>
                <a:gd name="connsiteY5" fmla="*/ 6953 h 78771"/>
                <a:gd name="connsiteX6" fmla="*/ 6953 w 6953"/>
                <a:gd name="connsiteY6" fmla="*/ 6953 h 78771"/>
                <a:gd name="connsiteX7" fmla="*/ 6953 w 6953"/>
                <a:gd name="connsiteY7" fmla="*/ 0 h 78771"/>
                <a:gd name="connsiteX8" fmla="*/ 0 w 6953"/>
                <a:gd name="connsiteY8" fmla="*/ 0 h 78771"/>
                <a:gd name="connsiteX9" fmla="*/ 0 w 6953"/>
                <a:gd name="connsiteY9" fmla="*/ 6953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" h="78771">
                  <a:moveTo>
                    <a:pt x="667" y="78772"/>
                  </a:moveTo>
                  <a:lnTo>
                    <a:pt x="6287" y="78772"/>
                  </a:lnTo>
                  <a:lnTo>
                    <a:pt x="6287" y="25432"/>
                  </a:lnTo>
                  <a:lnTo>
                    <a:pt x="667" y="25432"/>
                  </a:lnTo>
                  <a:lnTo>
                    <a:pt x="667" y="78772"/>
                  </a:lnTo>
                  <a:close/>
                  <a:moveTo>
                    <a:pt x="0" y="6953"/>
                  </a:moveTo>
                  <a:lnTo>
                    <a:pt x="6953" y="6953"/>
                  </a:lnTo>
                  <a:lnTo>
                    <a:pt x="6953" y="0"/>
                  </a:lnTo>
                  <a:lnTo>
                    <a:pt x="0" y="0"/>
                  </a:lnTo>
                  <a:lnTo>
                    <a:pt x="0" y="6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592BA64-501A-B6C2-C6B2-DC1176AB0036}"/>
                </a:ext>
              </a:extLst>
            </p:cNvPr>
            <p:cNvSpPr/>
            <p:nvPr/>
          </p:nvSpPr>
          <p:spPr>
            <a:xfrm>
              <a:off x="11471623" y="698606"/>
              <a:ext cx="44481" cy="53340"/>
            </a:xfrm>
            <a:custGeom>
              <a:avLst/>
              <a:gdLst>
                <a:gd name="connsiteX0" fmla="*/ 19526 w 44481"/>
                <a:gd name="connsiteY0" fmla="*/ 53340 h 53340"/>
                <a:gd name="connsiteX1" fmla="*/ 0 w 44481"/>
                <a:gd name="connsiteY1" fmla="*/ 0 h 53340"/>
                <a:gd name="connsiteX2" fmla="*/ 6191 w 44481"/>
                <a:gd name="connsiteY2" fmla="*/ 0 h 53340"/>
                <a:gd name="connsiteX3" fmla="*/ 22288 w 44481"/>
                <a:gd name="connsiteY3" fmla="*/ 46673 h 53340"/>
                <a:gd name="connsiteX4" fmla="*/ 38290 w 44481"/>
                <a:gd name="connsiteY4" fmla="*/ 0 h 53340"/>
                <a:gd name="connsiteX5" fmla="*/ 44482 w 44481"/>
                <a:gd name="connsiteY5" fmla="*/ 0 h 53340"/>
                <a:gd name="connsiteX6" fmla="*/ 25051 w 44481"/>
                <a:gd name="connsiteY6" fmla="*/ 53340 h 53340"/>
                <a:gd name="connsiteX7" fmla="*/ 19526 w 44481"/>
                <a:gd name="connsiteY7" fmla="*/ 53340 h 53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481" h="53340">
                  <a:moveTo>
                    <a:pt x="19526" y="53340"/>
                  </a:moveTo>
                  <a:lnTo>
                    <a:pt x="0" y="0"/>
                  </a:lnTo>
                  <a:lnTo>
                    <a:pt x="6191" y="0"/>
                  </a:lnTo>
                  <a:lnTo>
                    <a:pt x="22288" y="46673"/>
                  </a:lnTo>
                  <a:lnTo>
                    <a:pt x="38290" y="0"/>
                  </a:lnTo>
                  <a:lnTo>
                    <a:pt x="44482" y="0"/>
                  </a:lnTo>
                  <a:lnTo>
                    <a:pt x="25051" y="53340"/>
                  </a:lnTo>
                  <a:lnTo>
                    <a:pt x="19526" y="5334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9FCEB02-E4AF-3219-0C46-8635CC701E46}"/>
                </a:ext>
              </a:extLst>
            </p:cNvPr>
            <p:cNvSpPr/>
            <p:nvPr/>
          </p:nvSpPr>
          <p:spPr>
            <a:xfrm>
              <a:off x="11529059" y="673175"/>
              <a:ext cx="6953" cy="78771"/>
            </a:xfrm>
            <a:custGeom>
              <a:avLst/>
              <a:gdLst>
                <a:gd name="connsiteX0" fmla="*/ 667 w 6953"/>
                <a:gd name="connsiteY0" fmla="*/ 78772 h 78771"/>
                <a:gd name="connsiteX1" fmla="*/ 6286 w 6953"/>
                <a:gd name="connsiteY1" fmla="*/ 78772 h 78771"/>
                <a:gd name="connsiteX2" fmla="*/ 6286 w 6953"/>
                <a:gd name="connsiteY2" fmla="*/ 25432 h 78771"/>
                <a:gd name="connsiteX3" fmla="*/ 667 w 6953"/>
                <a:gd name="connsiteY3" fmla="*/ 25432 h 78771"/>
                <a:gd name="connsiteX4" fmla="*/ 667 w 6953"/>
                <a:gd name="connsiteY4" fmla="*/ 78772 h 78771"/>
                <a:gd name="connsiteX5" fmla="*/ 0 w 6953"/>
                <a:gd name="connsiteY5" fmla="*/ 6953 h 78771"/>
                <a:gd name="connsiteX6" fmla="*/ 6953 w 6953"/>
                <a:gd name="connsiteY6" fmla="*/ 6953 h 78771"/>
                <a:gd name="connsiteX7" fmla="*/ 6953 w 6953"/>
                <a:gd name="connsiteY7" fmla="*/ 0 h 78771"/>
                <a:gd name="connsiteX8" fmla="*/ 0 w 6953"/>
                <a:gd name="connsiteY8" fmla="*/ 0 h 78771"/>
                <a:gd name="connsiteX9" fmla="*/ 0 w 6953"/>
                <a:gd name="connsiteY9" fmla="*/ 6953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" h="78771">
                  <a:moveTo>
                    <a:pt x="667" y="78772"/>
                  </a:moveTo>
                  <a:lnTo>
                    <a:pt x="6286" y="78772"/>
                  </a:lnTo>
                  <a:lnTo>
                    <a:pt x="6286" y="25432"/>
                  </a:lnTo>
                  <a:lnTo>
                    <a:pt x="667" y="25432"/>
                  </a:lnTo>
                  <a:lnTo>
                    <a:pt x="667" y="78772"/>
                  </a:lnTo>
                  <a:close/>
                  <a:moveTo>
                    <a:pt x="0" y="6953"/>
                  </a:moveTo>
                  <a:lnTo>
                    <a:pt x="6953" y="6953"/>
                  </a:lnTo>
                  <a:lnTo>
                    <a:pt x="6953" y="0"/>
                  </a:lnTo>
                  <a:lnTo>
                    <a:pt x="0" y="0"/>
                  </a:lnTo>
                  <a:lnTo>
                    <a:pt x="0" y="6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02D720E8-2E44-7FA8-5D28-8B8E0B3BC498}"/>
                </a:ext>
              </a:extLst>
            </p:cNvPr>
            <p:cNvSpPr/>
            <p:nvPr/>
          </p:nvSpPr>
          <p:spPr>
            <a:xfrm>
              <a:off x="11550585" y="681652"/>
              <a:ext cx="25050" cy="70294"/>
            </a:xfrm>
            <a:custGeom>
              <a:avLst/>
              <a:gdLst>
                <a:gd name="connsiteX0" fmla="*/ 7334 w 25050"/>
                <a:gd name="connsiteY0" fmla="*/ 56388 h 70294"/>
                <a:gd name="connsiteX1" fmla="*/ 7334 w 25050"/>
                <a:gd name="connsiteY1" fmla="*/ 21241 h 70294"/>
                <a:gd name="connsiteX2" fmla="*/ 0 w 25050"/>
                <a:gd name="connsiteY2" fmla="*/ 21241 h 70294"/>
                <a:gd name="connsiteX3" fmla="*/ 0 w 25050"/>
                <a:gd name="connsiteY3" fmla="*/ 17050 h 70294"/>
                <a:gd name="connsiteX4" fmla="*/ 7334 w 25050"/>
                <a:gd name="connsiteY4" fmla="*/ 17050 h 70294"/>
                <a:gd name="connsiteX5" fmla="*/ 7334 w 25050"/>
                <a:gd name="connsiteY5" fmla="*/ 0 h 70294"/>
                <a:gd name="connsiteX6" fmla="*/ 12954 w 25050"/>
                <a:gd name="connsiteY6" fmla="*/ 0 h 70294"/>
                <a:gd name="connsiteX7" fmla="*/ 12954 w 25050"/>
                <a:gd name="connsiteY7" fmla="*/ 17050 h 70294"/>
                <a:gd name="connsiteX8" fmla="*/ 24955 w 25050"/>
                <a:gd name="connsiteY8" fmla="*/ 17050 h 70294"/>
                <a:gd name="connsiteX9" fmla="*/ 24955 w 25050"/>
                <a:gd name="connsiteY9" fmla="*/ 21241 h 70294"/>
                <a:gd name="connsiteX10" fmla="*/ 12954 w 25050"/>
                <a:gd name="connsiteY10" fmla="*/ 21241 h 70294"/>
                <a:gd name="connsiteX11" fmla="*/ 12954 w 25050"/>
                <a:gd name="connsiteY11" fmla="*/ 56483 h 70294"/>
                <a:gd name="connsiteX12" fmla="*/ 21146 w 25050"/>
                <a:gd name="connsiteY12" fmla="*/ 65342 h 70294"/>
                <a:gd name="connsiteX13" fmla="*/ 25051 w 25050"/>
                <a:gd name="connsiteY13" fmla="*/ 65342 h 70294"/>
                <a:gd name="connsiteX14" fmla="*/ 25051 w 25050"/>
                <a:gd name="connsiteY14" fmla="*/ 70295 h 70294"/>
                <a:gd name="connsiteX15" fmla="*/ 20193 w 25050"/>
                <a:gd name="connsiteY15" fmla="*/ 70295 h 70294"/>
                <a:gd name="connsiteX16" fmla="*/ 7334 w 25050"/>
                <a:gd name="connsiteY16" fmla="*/ 56388 h 7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50" h="70294">
                  <a:moveTo>
                    <a:pt x="7334" y="56388"/>
                  </a:moveTo>
                  <a:lnTo>
                    <a:pt x="7334" y="21241"/>
                  </a:lnTo>
                  <a:lnTo>
                    <a:pt x="0" y="21241"/>
                  </a:lnTo>
                  <a:lnTo>
                    <a:pt x="0" y="17050"/>
                  </a:lnTo>
                  <a:lnTo>
                    <a:pt x="7334" y="17050"/>
                  </a:lnTo>
                  <a:lnTo>
                    <a:pt x="7334" y="0"/>
                  </a:lnTo>
                  <a:lnTo>
                    <a:pt x="12954" y="0"/>
                  </a:lnTo>
                  <a:lnTo>
                    <a:pt x="12954" y="17050"/>
                  </a:lnTo>
                  <a:lnTo>
                    <a:pt x="24955" y="17050"/>
                  </a:lnTo>
                  <a:lnTo>
                    <a:pt x="24955" y="21241"/>
                  </a:lnTo>
                  <a:lnTo>
                    <a:pt x="12954" y="21241"/>
                  </a:lnTo>
                  <a:lnTo>
                    <a:pt x="12954" y="56483"/>
                  </a:lnTo>
                  <a:cubicBezTo>
                    <a:pt x="12954" y="62103"/>
                    <a:pt x="15526" y="65342"/>
                    <a:pt x="21146" y="65342"/>
                  </a:cubicBezTo>
                  <a:lnTo>
                    <a:pt x="25051" y="65342"/>
                  </a:lnTo>
                  <a:lnTo>
                    <a:pt x="25051" y="70295"/>
                  </a:lnTo>
                  <a:lnTo>
                    <a:pt x="20193" y="70295"/>
                  </a:lnTo>
                  <a:cubicBezTo>
                    <a:pt x="11811" y="70295"/>
                    <a:pt x="7334" y="64484"/>
                    <a:pt x="7334" y="563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5AEADC8A-F4A4-124C-3B41-CDFB3E268C7A}"/>
                </a:ext>
              </a:extLst>
            </p:cNvPr>
            <p:cNvSpPr/>
            <p:nvPr/>
          </p:nvSpPr>
          <p:spPr>
            <a:xfrm>
              <a:off x="11586780" y="698606"/>
              <a:ext cx="44481" cy="77438"/>
            </a:xfrm>
            <a:custGeom>
              <a:avLst/>
              <a:gdLst>
                <a:gd name="connsiteX0" fmla="*/ 16097 w 44481"/>
                <a:gd name="connsiteY0" fmla="*/ 74009 h 77438"/>
                <a:gd name="connsiteX1" fmla="*/ 6001 w 44481"/>
                <a:gd name="connsiteY1" fmla="*/ 77438 h 77438"/>
                <a:gd name="connsiteX2" fmla="*/ 3334 w 44481"/>
                <a:gd name="connsiteY2" fmla="*/ 77438 h 77438"/>
                <a:gd name="connsiteX3" fmla="*/ 3334 w 44481"/>
                <a:gd name="connsiteY3" fmla="*/ 72485 h 77438"/>
                <a:gd name="connsiteX4" fmla="*/ 5429 w 44481"/>
                <a:gd name="connsiteY4" fmla="*/ 72485 h 77438"/>
                <a:gd name="connsiteX5" fmla="*/ 15145 w 44481"/>
                <a:gd name="connsiteY5" fmla="*/ 65151 h 77438"/>
                <a:gd name="connsiteX6" fmla="*/ 19431 w 44481"/>
                <a:gd name="connsiteY6" fmla="*/ 53340 h 77438"/>
                <a:gd name="connsiteX7" fmla="*/ 0 w 44481"/>
                <a:gd name="connsiteY7" fmla="*/ 0 h 77438"/>
                <a:gd name="connsiteX8" fmla="*/ 6191 w 44481"/>
                <a:gd name="connsiteY8" fmla="*/ 0 h 77438"/>
                <a:gd name="connsiteX9" fmla="*/ 22193 w 44481"/>
                <a:gd name="connsiteY9" fmla="*/ 46673 h 77438"/>
                <a:gd name="connsiteX10" fmla="*/ 38291 w 44481"/>
                <a:gd name="connsiteY10" fmla="*/ 0 h 77438"/>
                <a:gd name="connsiteX11" fmla="*/ 44482 w 44481"/>
                <a:gd name="connsiteY11" fmla="*/ 0 h 77438"/>
                <a:gd name="connsiteX12" fmla="*/ 19717 w 44481"/>
                <a:gd name="connsiteY12" fmla="*/ 67818 h 77438"/>
                <a:gd name="connsiteX13" fmla="*/ 16097 w 44481"/>
                <a:gd name="connsiteY13" fmla="*/ 74009 h 77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481" h="77438">
                  <a:moveTo>
                    <a:pt x="16097" y="74009"/>
                  </a:moveTo>
                  <a:cubicBezTo>
                    <a:pt x="13430" y="76581"/>
                    <a:pt x="9525" y="77438"/>
                    <a:pt x="6001" y="77438"/>
                  </a:cubicBezTo>
                  <a:lnTo>
                    <a:pt x="3334" y="77438"/>
                  </a:lnTo>
                  <a:lnTo>
                    <a:pt x="3334" y="72485"/>
                  </a:lnTo>
                  <a:lnTo>
                    <a:pt x="5429" y="72485"/>
                  </a:lnTo>
                  <a:cubicBezTo>
                    <a:pt x="11525" y="72485"/>
                    <a:pt x="13240" y="70485"/>
                    <a:pt x="15145" y="65151"/>
                  </a:cubicBezTo>
                  <a:lnTo>
                    <a:pt x="19431" y="53340"/>
                  </a:lnTo>
                  <a:lnTo>
                    <a:pt x="0" y="0"/>
                  </a:lnTo>
                  <a:lnTo>
                    <a:pt x="6191" y="0"/>
                  </a:lnTo>
                  <a:lnTo>
                    <a:pt x="22193" y="46673"/>
                  </a:lnTo>
                  <a:lnTo>
                    <a:pt x="38291" y="0"/>
                  </a:lnTo>
                  <a:lnTo>
                    <a:pt x="44482" y="0"/>
                  </a:lnTo>
                  <a:lnTo>
                    <a:pt x="19717" y="67818"/>
                  </a:lnTo>
                  <a:cubicBezTo>
                    <a:pt x="18669" y="70676"/>
                    <a:pt x="17526" y="72771"/>
                    <a:pt x="16097" y="7400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D3BD5965-A7D0-9615-D93A-9E3BE3E4E3B5}"/>
                </a:ext>
              </a:extLst>
            </p:cNvPr>
            <p:cNvSpPr/>
            <p:nvPr/>
          </p:nvSpPr>
          <p:spPr>
            <a:xfrm>
              <a:off x="10235850" y="377804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621386F-A434-36F5-93E9-FDDCE81545A8}"/>
                </a:ext>
              </a:extLst>
            </p:cNvPr>
            <p:cNvSpPr/>
            <p:nvPr/>
          </p:nvSpPr>
          <p:spPr>
            <a:xfrm>
              <a:off x="10689906" y="376090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CBEFAE7-35C6-281D-5766-D4E73B4ED55A}"/>
                </a:ext>
              </a:extLst>
            </p:cNvPr>
            <p:cNvSpPr/>
            <p:nvPr/>
          </p:nvSpPr>
          <p:spPr>
            <a:xfrm>
              <a:off x="10880216" y="376090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79912A79-28CD-DE93-5546-1A5BF7D28B04}"/>
                </a:ext>
              </a:extLst>
            </p:cNvPr>
            <p:cNvSpPr/>
            <p:nvPr/>
          </p:nvSpPr>
          <p:spPr>
            <a:xfrm>
              <a:off x="11062524" y="377804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F929D7FB-3B64-B8EF-16FA-7982DC4EB9C9}"/>
                </a:ext>
              </a:extLst>
            </p:cNvPr>
            <p:cNvSpPr/>
            <p:nvPr/>
          </p:nvSpPr>
          <p:spPr>
            <a:xfrm>
              <a:off x="11287886" y="377804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926395B1-CCCA-EA7D-4D32-1F0E299BC6C5}"/>
                </a:ext>
              </a:extLst>
            </p:cNvPr>
            <p:cNvSpPr/>
            <p:nvPr/>
          </p:nvSpPr>
          <p:spPr>
            <a:xfrm>
              <a:off x="11495436" y="377804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05483065-3CDF-1B4E-E369-2AF92F4C8305}"/>
                </a:ext>
              </a:extLst>
            </p:cNvPr>
            <p:cNvSpPr/>
            <p:nvPr/>
          </p:nvSpPr>
          <p:spPr>
            <a:xfrm>
              <a:off x="10466164" y="371064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CCA814E5-3FE6-7778-4200-73346465C51D}"/>
                </a:ext>
              </a:extLst>
            </p:cNvPr>
            <p:cNvSpPr/>
            <p:nvPr/>
          </p:nvSpPr>
          <p:spPr>
            <a:xfrm>
              <a:off x="10594466" y="406189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F9DD24CA-62AF-BA29-A4B8-6E5FBBB53634}"/>
                </a:ext>
              </a:extLst>
            </p:cNvPr>
            <p:cNvSpPr/>
            <p:nvPr/>
          </p:nvSpPr>
          <p:spPr>
            <a:xfrm>
              <a:off x="10433222" y="418381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050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72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628775"/>
            <a:ext cx="11088000" cy="1015663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latin typeface="+mn-lt"/>
              </a:defRPr>
            </a:lvl1pPr>
          </a:lstStyle>
          <a:p>
            <a:r>
              <a:rPr lang="en-US"/>
              <a:t>Agenda white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8A0984C-6659-43B8-AC1C-C7808F2BCE27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732" y="3016515"/>
            <a:ext cx="360000" cy="3292210"/>
          </a:xfrm>
        </p:spPr>
        <p:txBody>
          <a:bodyPr/>
          <a:lstStyle>
            <a:lvl1pPr rtl="0">
              <a:spcBef>
                <a:spcPts val="1200"/>
              </a:spcBef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6163" y="3016515"/>
            <a:ext cx="3006000" cy="3292210"/>
          </a:xfrm>
        </p:spPr>
        <p:txBody>
          <a:bodyPr/>
          <a:lstStyle>
            <a:lvl1pPr rtl="0">
              <a:spcBef>
                <a:spcPts val="1200"/>
              </a:spcBef>
              <a:defRPr b="0"/>
            </a:lvl1pPr>
          </a:lstStyle>
          <a:p>
            <a:pPr lvl="0"/>
            <a:r>
              <a:rPr lang="en-US"/>
              <a:t>Edit Master title format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3D311FA-D7B8-4B3A-5204-5AB540EE50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8163" y="3016515"/>
            <a:ext cx="360000" cy="3292210"/>
          </a:xfrm>
        </p:spPr>
        <p:txBody>
          <a:bodyPr/>
          <a:lstStyle>
            <a:lvl1pPr rtl="0">
              <a:spcBef>
                <a:spcPts val="1200"/>
              </a:spcBef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9311B2-A6CF-53DC-3154-B2A3A98A3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37838" y="3016515"/>
            <a:ext cx="3006000" cy="3292210"/>
          </a:xfrm>
        </p:spPr>
        <p:txBody>
          <a:bodyPr/>
          <a:lstStyle>
            <a:lvl1pPr rtl="0">
              <a:spcBef>
                <a:spcPts val="1200"/>
              </a:spcBef>
              <a:defRPr b="0"/>
            </a:lvl1pPr>
          </a:lstStyle>
          <a:p>
            <a:pPr lvl="0"/>
            <a:r>
              <a:rPr lang="en-US"/>
              <a:t>Edit Master title format</a:t>
            </a:r>
          </a:p>
        </p:txBody>
      </p:sp>
    </p:spTree>
    <p:extLst>
      <p:ext uri="{BB962C8B-B14F-4D97-AF65-F5344CB8AC3E}">
        <p14:creationId xmlns:p14="http://schemas.microsoft.com/office/powerpoint/2010/main" val="150590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  <p15:guide id="2" pos="2547">
          <p15:clr>
            <a:srgbClr val="FBAE40"/>
          </p15:clr>
        </p15:guide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2805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628775"/>
            <a:ext cx="11088000" cy="1015663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Agenda blue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18F23E42-9BFE-4A9D-B576-8BCF0CB862D5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732" y="3016515"/>
            <a:ext cx="360000" cy="3292210"/>
          </a:xfrm>
        </p:spPr>
        <p:txBody>
          <a:bodyPr/>
          <a:lstStyle>
            <a:lvl1pPr rtl="0">
              <a:spcBef>
                <a:spcPts val="1200"/>
              </a:spcBef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6163" y="3016515"/>
            <a:ext cx="3006000" cy="3292210"/>
          </a:xfrm>
        </p:spPr>
        <p:txBody>
          <a:bodyPr/>
          <a:lstStyle>
            <a:lvl1pPr rtl="0">
              <a:spcBef>
                <a:spcPts val="12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title format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3D311FA-D7B8-4B3A-5204-5AB540EE50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8163" y="3016515"/>
            <a:ext cx="360000" cy="3292210"/>
          </a:xfrm>
        </p:spPr>
        <p:txBody>
          <a:bodyPr/>
          <a:lstStyle>
            <a:lvl1pPr rtl="0">
              <a:spcBef>
                <a:spcPts val="1200"/>
              </a:spcBef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9311B2-A6CF-53DC-3154-B2A3A98A3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37838" y="3016515"/>
            <a:ext cx="3006000" cy="3292210"/>
          </a:xfrm>
        </p:spPr>
        <p:txBody>
          <a:bodyPr/>
          <a:lstStyle>
            <a:lvl1pPr rtl="0">
              <a:spcBef>
                <a:spcPts val="12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title format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DFF455-7824-D08E-757B-F51D81ED0F66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2AF5D08-EA1E-A663-8697-8B8B760B81E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6688052-E2BA-DC8F-BE87-37BCE878B318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3CDB4C0-2EDF-A5A0-CAA7-EF3ABB14E8FA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C5C65F37-3E23-E0E5-234B-96C788539B1A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5AC9C666-EC42-959F-2D9B-9008773C4A9B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3161A68-4B11-D0BD-E478-BAAA6E51ADEE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B87C00-0E99-A74D-7B9E-3231C130A74C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DF51690-5EA4-6A96-F2C9-404A5D0663D0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E5D210F2-09A6-58BF-41C9-473D8B4FC646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580A2A32-66E1-BFEC-4333-258ECF0B8406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6329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  <p15:guide id="2" pos="2547">
          <p15:clr>
            <a:srgbClr val="FBAE40"/>
          </p15:clr>
        </p15:guide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1805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E9D6B376-DB93-02FB-D35C-6B8BCE84AB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356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709674"/>
            <a:ext cx="11090275" cy="738664"/>
          </a:xfrm>
        </p:spPr>
        <p:txBody>
          <a:bodyPr vert="horz"/>
          <a:lstStyle>
            <a:lvl1pPr rtl="0">
              <a:lnSpc>
                <a:spcPct val="100000"/>
              </a:lnSpc>
              <a:defRPr sz="4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Big Headline blue, Arial 66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2" y="5579668"/>
            <a:ext cx="11090275" cy="369332"/>
          </a:xfrm>
        </p:spPr>
        <p:txBody>
          <a:bodyPr wrap="square">
            <a:spAutoFit/>
          </a:bodyPr>
          <a:lstStyle>
            <a:lvl1pPr rtl="0">
              <a:defRPr sz="2400" b="0"/>
            </a:lvl1pPr>
          </a:lstStyle>
          <a:p>
            <a:pPr lvl="0"/>
            <a:r>
              <a:rPr lang="en-US"/>
              <a:t>Subline, Arial 24 pt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9E1536-9FC8-65D5-9E31-AA9839B8E5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20B6AD5-424F-4BC5-A4AF-11B65895680A}" type="datetimeyyyy">
              <a:rPr lang="en-US" smtClean="0"/>
              <a:t>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75B31-8D01-9AD0-6744-2E3E102572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61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29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9A2CF6A2-5671-D9CE-79AC-10F64AE1E2C8}"/>
              </a:ext>
            </a:extLst>
          </p:cNvPr>
          <p:cNvSpPr/>
          <p:nvPr userDrawn="1"/>
        </p:nvSpPr>
        <p:spPr>
          <a:xfrm>
            <a:off x="0" y="0"/>
            <a:ext cx="12192000" cy="43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709674"/>
            <a:ext cx="11090275" cy="738664"/>
          </a:xfrm>
        </p:spPr>
        <p:txBody>
          <a:bodyPr vert="horz"/>
          <a:lstStyle>
            <a:lvl1pPr rtl="0">
              <a:lnSpc>
                <a:spcPct val="100000"/>
              </a:lnSpc>
              <a:defRPr sz="4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Big Headline blue, Arial 66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2" y="5579668"/>
            <a:ext cx="11090275" cy="369332"/>
          </a:xfrm>
        </p:spPr>
        <p:txBody>
          <a:bodyPr wrap="square">
            <a:spAutoFit/>
          </a:bodyPr>
          <a:lstStyle>
            <a:lvl1pPr rtl="0">
              <a:defRPr sz="2400" b="0"/>
            </a:lvl1pPr>
          </a:lstStyle>
          <a:p>
            <a:pPr lvl="0"/>
            <a:r>
              <a:rPr lang="en-US"/>
              <a:t>Subline, Arial 24 pt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9E1536-9FC8-65D5-9E31-AA9839B8E5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C1CCFD30-C2C3-47BE-8F67-A9516BAD893A}" type="datetimeyyyy">
              <a:rPr lang="en-US" smtClean="0"/>
              <a:t>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75B31-8D01-9AD0-6744-2E3E102572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2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9092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DF2FA62-B97C-4882-8785-5B42D9439754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71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orient="horz" pos="1026">
          <p15:clr>
            <a:srgbClr val="FBAE40"/>
          </p15:clr>
        </p15:guide>
        <p15:guide id="7" orient="horz" pos="3974">
          <p15:clr>
            <a:srgbClr val="FBAE40"/>
          </p15:clr>
        </p15:guide>
        <p15:guide id="8" pos="347">
          <p15:clr>
            <a:srgbClr val="FBAE40"/>
          </p15:clr>
        </p15:guide>
        <p15:guide id="9" pos="7333">
          <p15:clr>
            <a:srgbClr val="FBAE40"/>
          </p15:clr>
        </p15:guide>
        <p15:guide id="10" orient="horz" pos="37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6031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68F7335-14B3-47EA-BA0D-A321FFB45E74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7289802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116093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orient="horz" pos="1026">
          <p15:clr>
            <a:srgbClr val="FBAE40"/>
          </p15:clr>
        </p15:guide>
        <p15:guide id="7" orient="horz" pos="3974">
          <p15:clr>
            <a:srgbClr val="FBAE40"/>
          </p15:clr>
        </p15:guide>
        <p15:guide id="8" pos="7333">
          <p15:clr>
            <a:srgbClr val="FBAE40"/>
          </p15:clr>
        </p15:guide>
        <p15:guide id="9" pos="347">
          <p15:clr>
            <a:srgbClr val="FBAE40"/>
          </p15:clr>
        </p15:guide>
        <p15:guide id="10" orient="horz" pos="37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1106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AEF8C540-500D-48C7-9B8D-8E22845FEA5A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5400000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0462" y="1628775"/>
            <a:ext cx="5400675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1437683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  <p15:guide id="3" pos="347">
          <p15:clr>
            <a:srgbClr val="FBAE40"/>
          </p15:clr>
        </p15:guide>
        <p15:guide id="4" pos="7333">
          <p15:clr>
            <a:srgbClr val="FBAE40"/>
          </p15:clr>
        </p15:guide>
        <p15:guide id="5" orient="horz" pos="1026">
          <p15:clr>
            <a:srgbClr val="FBAE40"/>
          </p15:clr>
        </p15:guide>
        <p15:guide id="6" orient="horz" pos="3974">
          <p15:clr>
            <a:srgbClr val="FBAE40"/>
          </p15:clr>
        </p15:guide>
        <p15:guide id="7" orient="horz" pos="37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563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D4513148-5570-403E-B3BF-86DC4B3C7077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3492000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2036" y="1628775"/>
            <a:ext cx="3492000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8A3EECD-B3BA-52A4-1A3D-724DA0A7ED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0036" y="1628775"/>
            <a:ext cx="3492000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3846326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  <p15:guide id="2" pos="2547">
          <p15:clr>
            <a:srgbClr val="FBAE40"/>
          </p15:clr>
        </p15:guide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7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927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CBC85155-6181-412C-880D-0554EFDA6E7E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7" y="1628774"/>
            <a:ext cx="2555775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811" y="1628775"/>
            <a:ext cx="2555775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8A3EECD-B3BA-52A4-1A3D-724DA0A7ED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1586" y="1628775"/>
            <a:ext cx="2555775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467719E-7DB2-8A24-5955-822F8D34B7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85362" y="1628775"/>
            <a:ext cx="2555775" cy="43211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1645499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1">
          <p15:clr>
            <a:srgbClr val="FBAE40"/>
          </p15:clr>
        </p15:guide>
        <p15:guide id="2" pos="3749">
          <p15:clr>
            <a:srgbClr val="FBAE40"/>
          </p15:clr>
        </p15:guide>
        <p15:guide id="4" pos="5541">
          <p15:clr>
            <a:srgbClr val="FBAE40"/>
          </p15:clr>
        </p15:guide>
        <p15:guide id="5" pos="2139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748">
          <p15:clr>
            <a:srgbClr val="FBAE40"/>
          </p15:clr>
        </p15:guide>
        <p15:guide id="11" pos="1958">
          <p15:clr>
            <a:srgbClr val="FBAE40"/>
          </p15:clr>
        </p15:guide>
        <p15:guide id="12" pos="572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0717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Bildplatzhalter 5">
            <a:extLst>
              <a:ext uri="{FF2B5EF4-FFF2-40B4-BE49-F238E27FC236}">
                <a16:creationId xmlns:a16="http://schemas.microsoft.com/office/drawing/2014/main" id="{F490BCB7-A665-4E9B-5431-E73FE4BC53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5951538" cy="6858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611396"/>
            <a:ext cx="5400675" cy="664797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2C97627F-20B0-49DB-AE2C-5B91EF4F7DAF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40462" y="372839"/>
            <a:ext cx="4752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0462" y="1628775"/>
            <a:ext cx="5400675" cy="43211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19250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  <p15:guide id="3" pos="347">
          <p15:clr>
            <a:srgbClr val="FBAE40"/>
          </p15:clr>
        </p15:guide>
        <p15:guide id="4" pos="7333">
          <p15:clr>
            <a:srgbClr val="FBAE40"/>
          </p15:clr>
        </p15:guide>
        <p15:guide id="5" orient="horz" pos="1026">
          <p15:clr>
            <a:srgbClr val="FBAE40"/>
          </p15:clr>
        </p15:guide>
        <p15:guide id="6" orient="horz" pos="3974">
          <p15:clr>
            <a:srgbClr val="FBAE40"/>
          </p15:clr>
        </p15:guide>
        <p15:guide id="7" orient="horz" pos="37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1500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5397502" cy="664797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719F0EA2-A650-4CEE-9762-36EE48A754E1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5397502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5400000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64FBF1C-E08A-A492-8876-C69C69B40E0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0463" y="0"/>
            <a:ext cx="5951537" cy="6858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7819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  <p15:guide id="3" pos="347">
          <p15:clr>
            <a:srgbClr val="FBAE40"/>
          </p15:clr>
        </p15:guide>
        <p15:guide id="4" pos="7333">
          <p15:clr>
            <a:srgbClr val="FBAE40"/>
          </p15:clr>
        </p15:guide>
        <p15:guide id="5" orient="horz" pos="1026">
          <p15:clr>
            <a:srgbClr val="FBAE40"/>
          </p15:clr>
        </p15:guide>
        <p15:guide id="6" orient="horz" pos="3974">
          <p15:clr>
            <a:srgbClr val="FBAE40"/>
          </p15:clr>
        </p15:guide>
        <p15:guide id="7" orient="horz" pos="37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2 columns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231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46E09AD-EECD-4C61-8DDC-5413525177CD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3969949"/>
            <a:ext cx="5400000" cy="198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0464" y="3969950"/>
            <a:ext cx="5400674" cy="198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566238F-F599-F367-40BD-341819A237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28774"/>
            <a:ext cx="5951538" cy="2160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7CC7BBD-8B8F-11D2-678D-D5A9F523A0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40465" y="1628774"/>
            <a:ext cx="5951536" cy="2160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1988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  <p15:guide id="3" pos="347">
          <p15:clr>
            <a:srgbClr val="FBAE40"/>
          </p15:clr>
        </p15:guide>
        <p15:guide id="4" pos="7333">
          <p15:clr>
            <a:srgbClr val="FBAE40"/>
          </p15:clr>
        </p15:guide>
        <p15:guide id="5" orient="horz" pos="1026">
          <p15:clr>
            <a:srgbClr val="FBAE40"/>
          </p15:clr>
        </p15:guide>
        <p15:guide id="6" orient="horz" pos="3974">
          <p15:clr>
            <a:srgbClr val="FBAE40"/>
          </p15:clr>
        </p15:guide>
        <p15:guide id="7" orient="horz" pos="37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3 columns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62349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B68DEB5-C85D-4A41-A09C-79B6DF3B654B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3969949"/>
            <a:ext cx="3492000" cy="198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2036" y="3969949"/>
            <a:ext cx="3492000" cy="198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8A3EECD-B3BA-52A4-1A3D-724DA0A7ED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0036" y="3969949"/>
            <a:ext cx="3492000" cy="198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C693942-3854-3ED3-60D8-2AA754A386E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628774"/>
            <a:ext cx="4043363" cy="2160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A805334-BC3F-D58F-DD43-BFC9A6B521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51338" y="1628774"/>
            <a:ext cx="3492500" cy="2160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17B9734B-1AAC-8F1E-CD65-B04EA3EBE5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48638" y="1628774"/>
            <a:ext cx="4043362" cy="2160000"/>
          </a:xfrm>
          <a:solidFill>
            <a:schemeClr val="bg2"/>
          </a:solidFill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8144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  <p15:guide id="2" pos="2547">
          <p15:clr>
            <a:srgbClr val="FBAE40"/>
          </p15:clr>
        </p15:guide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  <p15:guide id="10" orient="horz" pos="37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1981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42CD0AFF-8C8B-4440-AEA2-DC55F6C674E9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7289802" cy="432000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  <a:lvl2pPr rtl="0"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rtl="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rtl="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 rtl="0"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 rtl="0"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 rtl="0"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E6AD62-1F54-2512-C383-14D0095CA216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EBA432F-20D1-2419-4D42-F9BE2BF05F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9AA36032-ED02-9F81-535F-A329E2BE7EF4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0E795967-6AB7-4703-3F04-FE348ECD1AB9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10E4C98-C2E5-94FF-D2A4-33486384C424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1D148F6-AF44-AC39-3CD4-C20ECC4B508E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F483A8DB-D69B-4616-B0D5-46D02DF9DEDD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ECD450BD-6D73-81EB-B8EB-269B8C020205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A64B6BD-972A-2AD3-0E42-630FE21BED75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140F712-2613-D0F7-E203-E876489398E0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9B736713-47F6-5CA1-22A8-147199D6CA3E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5287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orient="horz" pos="1026">
          <p15:clr>
            <a:srgbClr val="FBAE40"/>
          </p15:clr>
        </p15:guide>
        <p15:guide id="7" orient="horz" pos="3974">
          <p15:clr>
            <a:srgbClr val="FBAE40"/>
          </p15:clr>
        </p15:guide>
        <p15:guide id="8" pos="7333">
          <p15:clr>
            <a:srgbClr val="FBAE40"/>
          </p15:clr>
        </p15:guide>
        <p15:guide id="9" pos="347">
          <p15:clr>
            <a:srgbClr val="FBAE40"/>
          </p15:clr>
        </p15:guide>
        <p15:guide id="10" orient="horz" pos="37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white/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2784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BAC64A95-B863-5DC0-48ED-B13CE9042244}"/>
              </a:ext>
            </a:extLst>
          </p:cNvPr>
          <p:cNvSpPr/>
          <p:nvPr userDrawn="1"/>
        </p:nvSpPr>
        <p:spPr>
          <a:xfrm>
            <a:off x="6240463" y="0"/>
            <a:ext cx="595153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5397502" cy="664797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FFCFC12-A59C-483E-96EA-509EC6BD3CBE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5397502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5400000" cy="43200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7800" y="1628775"/>
            <a:ext cx="5113337" cy="432000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  <a:lvl2pPr rtl="0"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rtl="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rtl="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 rtl="0"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 rtl="0">
              <a:defRPr>
                <a:solidFill>
                  <a:schemeClr val="bg1"/>
                </a:solidFill>
              </a:defRPr>
            </a:lvl7pPr>
            <a:lvl8pPr rtl="0"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B53322E-9634-0FDE-D996-4342FBF235AE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9F28FE3-522D-7C4B-1E0A-FDF15AF554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C9B9EC72-B01C-FAA4-E9C5-7AB8C188E3C5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3F6392A5-698E-34A8-9FC8-7104A753453A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60900C8-8AC8-8093-62BC-040E64652949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5F9158A5-4AA7-C8B0-513B-36106B3AC76A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698A9586-1575-BFCC-9E6B-6F3FBC3FE59A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78992EB6-2DF3-2DD3-8C50-84D59E8A1BE1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F5A8D492-E6F4-250A-B36B-47D0EE6D5804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DC52AB11-4CD1-7A1E-D37D-510729F0197C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D4BC59B-9E00-AA1B-8A56-BEF3F0C09530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0463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FBAE40"/>
          </p15:clr>
        </p15:guide>
        <p15:guide id="2" pos="3931">
          <p15:clr>
            <a:srgbClr val="FBAE40"/>
          </p15:clr>
        </p15:guide>
        <p15:guide id="3" pos="347">
          <p15:clr>
            <a:srgbClr val="FBAE40"/>
          </p15:clr>
        </p15:guide>
        <p15:guide id="4" pos="7333">
          <p15:clr>
            <a:srgbClr val="FBAE40"/>
          </p15:clr>
        </p15:guide>
        <p15:guide id="5" orient="horz" pos="1026">
          <p15:clr>
            <a:srgbClr val="FBAE40"/>
          </p15:clr>
        </p15:guide>
        <p15:guide id="6" orient="horz" pos="3974">
          <p15:clr>
            <a:srgbClr val="FBAE40"/>
          </p15:clr>
        </p15:guide>
        <p15:guide id="7" orient="horz" pos="3748">
          <p15:clr>
            <a:srgbClr val="FBAE40"/>
          </p15:clr>
        </p15:guide>
        <p15:guide id="8" pos="411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lide dark gre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5819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6" y="611396"/>
            <a:ext cx="11088000" cy="332399"/>
          </a:xfrm>
        </p:spPr>
        <p:txBody>
          <a:bodyPr vert="horz"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Edit Master title format, Georgia 24 pt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fld id="{D0B7CE61-E9E6-40ED-86F9-903700B84A00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61127AC-A1E1-38B1-3391-787612E8E7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036" y="372839"/>
            <a:ext cx="10440000" cy="215444"/>
          </a:xfrm>
        </p:spPr>
        <p:txBody>
          <a:bodyPr>
            <a:noAutofit/>
          </a:bodyPr>
          <a:lstStyle>
            <a:lvl1pPr rtl="0">
              <a:defRPr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subtitle format, Arial 14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76B5A94-F3C9-99F3-6E1F-870CB0890C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036" y="1628774"/>
            <a:ext cx="7289802" cy="4320000"/>
          </a:xfrm>
        </p:spPr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  <a:lvl2pPr rtl="0">
              <a:defRPr>
                <a:solidFill>
                  <a:schemeClr val="bg1"/>
                </a:solidFill>
              </a:defRPr>
            </a:lvl2pPr>
            <a:lvl3pPr rtl="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rtl="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rtl="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 rtl="0"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 rtl="0"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 rtl="0"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</a:lstStyle>
          <a:p>
            <a:pPr lvl="0"/>
            <a:r>
              <a:rPr lang="en-US"/>
              <a:t>Edit Master title format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E6AD62-1F54-2512-C383-14D0095CA216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EBA432F-20D1-2419-4D42-F9BE2BF05F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9AA36032-ED02-9F81-535F-A329E2BE7EF4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0E795967-6AB7-4703-3F04-FE348ECD1AB9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10E4C98-C2E5-94FF-D2A4-33486384C424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1D148F6-AF44-AC39-3CD4-C20ECC4B508E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F483A8DB-D69B-4616-B0D5-46D02DF9DEDD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ECD450BD-6D73-81EB-B8EB-269B8C020205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9A64B6BD-972A-2AD3-0E42-630FE21BED75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140F712-2613-D0F7-E203-E876489398E0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9B736713-47F6-5CA1-22A8-147199D6CA3E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9552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orient="horz" pos="1026">
          <p15:clr>
            <a:srgbClr val="FBAE40"/>
          </p15:clr>
        </p15:guide>
        <p15:guide id="7" orient="horz" pos="3974">
          <p15:clr>
            <a:srgbClr val="FBAE40"/>
          </p15:clr>
        </p15:guide>
        <p15:guide id="8" pos="7333">
          <p15:clr>
            <a:srgbClr val="FBAE40"/>
          </p15:clr>
        </p15:guide>
        <p15:guide id="9" pos="347">
          <p15:clr>
            <a:srgbClr val="FBAE40"/>
          </p15:clr>
        </p15:guide>
        <p15:guide id="10" orient="horz" pos="37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8719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1" y="1943100"/>
            <a:ext cx="6930460" cy="1231106"/>
          </a:xfrm>
        </p:spPr>
        <p:txBody>
          <a:bodyPr vert="horz"/>
          <a:lstStyle>
            <a:lvl1pPr rtl="0">
              <a:lnSpc>
                <a:spcPct val="100000"/>
              </a:lnSpc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Big Quote, </a:t>
            </a:r>
            <a:br>
              <a:rPr lang="en-US"/>
            </a:br>
            <a:r>
              <a:rPr lang="en-US"/>
              <a:t>Arial 40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6901" y="5495138"/>
            <a:ext cx="6930460" cy="215444"/>
          </a:xfrm>
        </p:spPr>
        <p:txBody>
          <a:bodyPr wrap="square">
            <a:spAutoFit/>
          </a:bodyPr>
          <a:lstStyle>
            <a:lvl1pPr algn="l" rtl="0"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Author, Arial 14 pt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9E1536-9FC8-65D5-9E31-AA9839B8E5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410CF20E-6D28-4A2F-B13C-92084A5540EC}" type="datetimeyyyy">
              <a:rPr lang="en-US" smtClean="0"/>
              <a:t>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75B31-8D01-9AD0-6744-2E3E102572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C2ADC4C-0252-D2F6-7EB5-871BA28BF76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24950" y="3348282"/>
            <a:ext cx="2516188" cy="251618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3FC60BA-FDD5-3437-50DF-780EC58288E6}"/>
              </a:ext>
            </a:extLst>
          </p:cNvPr>
          <p:cNvGrpSpPr/>
          <p:nvPr userDrawn="1"/>
        </p:nvGrpSpPr>
        <p:grpSpPr>
          <a:xfrm>
            <a:off x="550862" y="1628775"/>
            <a:ext cx="1067753" cy="834022"/>
            <a:chOff x="3449343" y="2218297"/>
            <a:chExt cx="1067753" cy="834022"/>
          </a:xfrm>
          <a:solidFill>
            <a:schemeClr val="accent1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99BEDAAF-CE20-8EA9-80C2-8AED89978EE4}"/>
                </a:ext>
              </a:extLst>
            </p:cNvPr>
            <p:cNvSpPr/>
            <p:nvPr/>
          </p:nvSpPr>
          <p:spPr>
            <a:xfrm>
              <a:off x="3449343" y="2218297"/>
              <a:ext cx="480001" cy="833606"/>
            </a:xfrm>
            <a:custGeom>
              <a:avLst/>
              <a:gdLst>
                <a:gd name="connsiteX0" fmla="*/ 240831 w 480001"/>
                <a:gd name="connsiteY0" fmla="*/ 387648 h 833606"/>
                <a:gd name="connsiteX1" fmla="*/ 98908 w 480001"/>
                <a:gd name="connsiteY1" fmla="*/ 361073 h 833606"/>
                <a:gd name="connsiteX2" fmla="*/ 64999 w 480001"/>
                <a:gd name="connsiteY2" fmla="*/ 51606 h 833606"/>
                <a:gd name="connsiteX3" fmla="*/ 441999 w 480001"/>
                <a:gd name="connsiteY3" fmla="*/ 142474 h 833606"/>
                <a:gd name="connsiteX4" fmla="*/ 405518 w 480001"/>
                <a:gd name="connsiteY4" fmla="*/ 550334 h 833606"/>
                <a:gd name="connsiteX5" fmla="*/ 80335 w 480001"/>
                <a:gd name="connsiteY5" fmla="*/ 830370 h 833606"/>
                <a:gd name="connsiteX6" fmla="*/ 55284 w 480001"/>
                <a:gd name="connsiteY6" fmla="*/ 822178 h 833606"/>
                <a:gd name="connsiteX7" fmla="*/ 24042 w 480001"/>
                <a:gd name="connsiteY7" fmla="*/ 771981 h 833606"/>
                <a:gd name="connsiteX8" fmla="*/ 31948 w 480001"/>
                <a:gd name="connsiteY8" fmla="*/ 741597 h 833606"/>
                <a:gd name="connsiteX9" fmla="*/ 215970 w 480001"/>
                <a:gd name="connsiteY9" fmla="*/ 608247 h 833606"/>
                <a:gd name="connsiteX10" fmla="*/ 310935 w 480001"/>
                <a:gd name="connsiteY10" fmla="*/ 404507 h 833606"/>
                <a:gd name="connsiteX11" fmla="*/ 295028 w 480001"/>
                <a:gd name="connsiteY11" fmla="*/ 387267 h 833606"/>
                <a:gd name="connsiteX12" fmla="*/ 240926 w 480001"/>
                <a:gd name="connsiteY12" fmla="*/ 387457 h 83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0001" h="833606">
                  <a:moveTo>
                    <a:pt x="240831" y="387648"/>
                  </a:moveTo>
                  <a:cubicBezTo>
                    <a:pt x="195015" y="389267"/>
                    <a:pt x="145676" y="382885"/>
                    <a:pt x="98908" y="361073"/>
                  </a:cubicBezTo>
                  <a:cubicBezTo>
                    <a:pt x="-13487" y="308685"/>
                    <a:pt x="-37299" y="141712"/>
                    <a:pt x="64999" y="51606"/>
                  </a:cubicBezTo>
                  <a:cubicBezTo>
                    <a:pt x="163297" y="-34977"/>
                    <a:pt x="373514" y="-17736"/>
                    <a:pt x="441999" y="142474"/>
                  </a:cubicBezTo>
                  <a:cubicBezTo>
                    <a:pt x="502578" y="284111"/>
                    <a:pt x="490957" y="421366"/>
                    <a:pt x="405518" y="550334"/>
                  </a:cubicBezTo>
                  <a:cubicBezTo>
                    <a:pt x="323603" y="674064"/>
                    <a:pt x="214446" y="766838"/>
                    <a:pt x="80335" y="830370"/>
                  </a:cubicBezTo>
                  <a:cubicBezTo>
                    <a:pt x="67190" y="836561"/>
                    <a:pt x="61665" y="833894"/>
                    <a:pt x="55284" y="822178"/>
                  </a:cubicBezTo>
                  <a:cubicBezTo>
                    <a:pt x="45854" y="804842"/>
                    <a:pt x="35757" y="787793"/>
                    <a:pt x="24042" y="771981"/>
                  </a:cubicBezTo>
                  <a:cubicBezTo>
                    <a:pt x="12993" y="757122"/>
                    <a:pt x="14326" y="750359"/>
                    <a:pt x="31948" y="741597"/>
                  </a:cubicBezTo>
                  <a:cubicBezTo>
                    <a:pt x="100527" y="707497"/>
                    <a:pt x="163107" y="664539"/>
                    <a:pt x="215970" y="608247"/>
                  </a:cubicBezTo>
                  <a:cubicBezTo>
                    <a:pt x="269977" y="550621"/>
                    <a:pt x="299600" y="482040"/>
                    <a:pt x="310935" y="404507"/>
                  </a:cubicBezTo>
                  <a:cubicBezTo>
                    <a:pt x="312935" y="390600"/>
                    <a:pt x="308553" y="386505"/>
                    <a:pt x="295028" y="387267"/>
                  </a:cubicBezTo>
                  <a:cubicBezTo>
                    <a:pt x="278740" y="388219"/>
                    <a:pt x="262357" y="387457"/>
                    <a:pt x="240926" y="387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A9BAFE2-03EF-6C9F-DC4E-660002EEB635}"/>
                </a:ext>
              </a:extLst>
            </p:cNvPr>
            <p:cNvSpPr/>
            <p:nvPr/>
          </p:nvSpPr>
          <p:spPr>
            <a:xfrm>
              <a:off x="4037315" y="2218320"/>
              <a:ext cx="479781" cy="833999"/>
            </a:xfrm>
            <a:custGeom>
              <a:avLst/>
              <a:gdLst>
                <a:gd name="connsiteX0" fmla="*/ 240361 w 479781"/>
                <a:gd name="connsiteY0" fmla="*/ 387624 h 833999"/>
                <a:gd name="connsiteX1" fmla="*/ 98057 w 479781"/>
                <a:gd name="connsiteY1" fmla="*/ 360763 h 833999"/>
                <a:gd name="connsiteX2" fmla="*/ 63672 w 479781"/>
                <a:gd name="connsiteY2" fmla="*/ 52439 h 833999"/>
                <a:gd name="connsiteX3" fmla="*/ 441148 w 479781"/>
                <a:gd name="connsiteY3" fmla="*/ 141403 h 833999"/>
                <a:gd name="connsiteX4" fmla="*/ 406953 w 479781"/>
                <a:gd name="connsiteY4" fmla="*/ 547739 h 833999"/>
                <a:gd name="connsiteX5" fmla="*/ 79293 w 479781"/>
                <a:gd name="connsiteY5" fmla="*/ 830918 h 833999"/>
                <a:gd name="connsiteX6" fmla="*/ 55671 w 479781"/>
                <a:gd name="connsiteY6" fmla="*/ 823488 h 833999"/>
                <a:gd name="connsiteX7" fmla="*/ 20143 w 479781"/>
                <a:gd name="connsiteY7" fmla="*/ 766338 h 833999"/>
                <a:gd name="connsiteX8" fmla="*/ 27096 w 479781"/>
                <a:gd name="connsiteY8" fmla="*/ 744526 h 833999"/>
                <a:gd name="connsiteX9" fmla="*/ 216167 w 479781"/>
                <a:gd name="connsiteY9" fmla="*/ 607842 h 833999"/>
                <a:gd name="connsiteX10" fmla="*/ 310656 w 479781"/>
                <a:gd name="connsiteY10" fmla="*/ 404007 h 833999"/>
                <a:gd name="connsiteX11" fmla="*/ 295987 w 479781"/>
                <a:gd name="connsiteY11" fmla="*/ 387529 h 833999"/>
                <a:gd name="connsiteX12" fmla="*/ 240266 w 479781"/>
                <a:gd name="connsiteY12" fmla="*/ 387814 h 83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9781" h="833999">
                  <a:moveTo>
                    <a:pt x="240361" y="387624"/>
                  </a:moveTo>
                  <a:cubicBezTo>
                    <a:pt x="194165" y="389148"/>
                    <a:pt x="144730" y="382957"/>
                    <a:pt x="98057" y="360763"/>
                  </a:cubicBezTo>
                  <a:cubicBezTo>
                    <a:pt x="-16719" y="306090"/>
                    <a:pt x="-34054" y="139021"/>
                    <a:pt x="63672" y="52439"/>
                  </a:cubicBezTo>
                  <a:cubicBezTo>
                    <a:pt x="162542" y="-35191"/>
                    <a:pt x="372282" y="-17855"/>
                    <a:pt x="441148" y="141403"/>
                  </a:cubicBezTo>
                  <a:cubicBezTo>
                    <a:pt x="501917" y="281992"/>
                    <a:pt x="491345" y="418961"/>
                    <a:pt x="406953" y="547739"/>
                  </a:cubicBezTo>
                  <a:cubicBezTo>
                    <a:pt x="324848" y="672993"/>
                    <a:pt x="214834" y="766910"/>
                    <a:pt x="79293" y="830918"/>
                  </a:cubicBezTo>
                  <a:cubicBezTo>
                    <a:pt x="67196" y="836633"/>
                    <a:pt x="61767" y="834537"/>
                    <a:pt x="55671" y="823488"/>
                  </a:cubicBezTo>
                  <a:cubicBezTo>
                    <a:pt x="44717" y="803962"/>
                    <a:pt x="33097" y="784626"/>
                    <a:pt x="20143" y="766338"/>
                  </a:cubicBezTo>
                  <a:cubicBezTo>
                    <a:pt x="11475" y="754146"/>
                    <a:pt x="16047" y="750145"/>
                    <a:pt x="27096" y="744526"/>
                  </a:cubicBezTo>
                  <a:cubicBezTo>
                    <a:pt x="97295" y="708902"/>
                    <a:pt x="162161" y="665944"/>
                    <a:pt x="216167" y="607842"/>
                  </a:cubicBezTo>
                  <a:cubicBezTo>
                    <a:pt x="269984" y="550120"/>
                    <a:pt x="299511" y="481445"/>
                    <a:pt x="310656" y="404007"/>
                  </a:cubicBezTo>
                  <a:cubicBezTo>
                    <a:pt x="312465" y="391434"/>
                    <a:pt x="309227" y="386767"/>
                    <a:pt x="295987" y="387529"/>
                  </a:cubicBezTo>
                  <a:cubicBezTo>
                    <a:pt x="279032" y="388576"/>
                    <a:pt x="261983" y="387814"/>
                    <a:pt x="240266" y="3878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1523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2734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1" y="1943100"/>
            <a:ext cx="6930460" cy="1231106"/>
          </a:xfrm>
        </p:spPr>
        <p:txBody>
          <a:bodyPr vert="horz"/>
          <a:lstStyle>
            <a:lvl1pPr rtl="0">
              <a:lnSpc>
                <a:spcPct val="100000"/>
              </a:lnSpc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Big Quote, </a:t>
            </a:r>
            <a:br>
              <a:rPr lang="en-US"/>
            </a:br>
            <a:r>
              <a:rPr lang="en-US"/>
              <a:t>Arial 40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6901" y="5495138"/>
            <a:ext cx="6930460" cy="215444"/>
          </a:xfrm>
        </p:spPr>
        <p:txBody>
          <a:bodyPr wrap="square">
            <a:spAutoFit/>
          </a:bodyPr>
          <a:lstStyle>
            <a:lvl1pPr algn="l" rtl="0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Author, Arial 14 pt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9E1536-9FC8-65D5-9E31-AA9839B8E5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572A4BA9-4143-4E9E-A78D-5CC7CA0D4DA6}" type="datetimeyyyy">
              <a:rPr lang="en-US" smtClean="0"/>
              <a:t>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75B31-8D01-9AD0-6744-2E3E102572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C2ADC4C-0252-D2F6-7EB5-871BA28BF76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24950" y="3348282"/>
            <a:ext cx="2516188" cy="251618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3FC60BA-FDD5-3437-50DF-780EC58288E6}"/>
              </a:ext>
            </a:extLst>
          </p:cNvPr>
          <p:cNvGrpSpPr/>
          <p:nvPr userDrawn="1"/>
        </p:nvGrpSpPr>
        <p:grpSpPr>
          <a:xfrm>
            <a:off x="550862" y="1628775"/>
            <a:ext cx="1067753" cy="834022"/>
            <a:chOff x="3449343" y="2218297"/>
            <a:chExt cx="1067753" cy="834022"/>
          </a:xfrm>
          <a:solidFill>
            <a:schemeClr val="bg1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99BEDAAF-CE20-8EA9-80C2-8AED89978EE4}"/>
                </a:ext>
              </a:extLst>
            </p:cNvPr>
            <p:cNvSpPr/>
            <p:nvPr/>
          </p:nvSpPr>
          <p:spPr>
            <a:xfrm>
              <a:off x="3449343" y="2218297"/>
              <a:ext cx="480001" cy="833606"/>
            </a:xfrm>
            <a:custGeom>
              <a:avLst/>
              <a:gdLst>
                <a:gd name="connsiteX0" fmla="*/ 240831 w 480001"/>
                <a:gd name="connsiteY0" fmla="*/ 387648 h 833606"/>
                <a:gd name="connsiteX1" fmla="*/ 98908 w 480001"/>
                <a:gd name="connsiteY1" fmla="*/ 361073 h 833606"/>
                <a:gd name="connsiteX2" fmla="*/ 64999 w 480001"/>
                <a:gd name="connsiteY2" fmla="*/ 51606 h 833606"/>
                <a:gd name="connsiteX3" fmla="*/ 441999 w 480001"/>
                <a:gd name="connsiteY3" fmla="*/ 142474 h 833606"/>
                <a:gd name="connsiteX4" fmla="*/ 405518 w 480001"/>
                <a:gd name="connsiteY4" fmla="*/ 550334 h 833606"/>
                <a:gd name="connsiteX5" fmla="*/ 80335 w 480001"/>
                <a:gd name="connsiteY5" fmla="*/ 830370 h 833606"/>
                <a:gd name="connsiteX6" fmla="*/ 55284 w 480001"/>
                <a:gd name="connsiteY6" fmla="*/ 822178 h 833606"/>
                <a:gd name="connsiteX7" fmla="*/ 24042 w 480001"/>
                <a:gd name="connsiteY7" fmla="*/ 771981 h 833606"/>
                <a:gd name="connsiteX8" fmla="*/ 31948 w 480001"/>
                <a:gd name="connsiteY8" fmla="*/ 741597 h 833606"/>
                <a:gd name="connsiteX9" fmla="*/ 215970 w 480001"/>
                <a:gd name="connsiteY9" fmla="*/ 608247 h 833606"/>
                <a:gd name="connsiteX10" fmla="*/ 310935 w 480001"/>
                <a:gd name="connsiteY10" fmla="*/ 404507 h 833606"/>
                <a:gd name="connsiteX11" fmla="*/ 295028 w 480001"/>
                <a:gd name="connsiteY11" fmla="*/ 387267 h 833606"/>
                <a:gd name="connsiteX12" fmla="*/ 240926 w 480001"/>
                <a:gd name="connsiteY12" fmla="*/ 387457 h 83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0001" h="833606">
                  <a:moveTo>
                    <a:pt x="240831" y="387648"/>
                  </a:moveTo>
                  <a:cubicBezTo>
                    <a:pt x="195015" y="389267"/>
                    <a:pt x="145676" y="382885"/>
                    <a:pt x="98908" y="361073"/>
                  </a:cubicBezTo>
                  <a:cubicBezTo>
                    <a:pt x="-13487" y="308685"/>
                    <a:pt x="-37299" y="141712"/>
                    <a:pt x="64999" y="51606"/>
                  </a:cubicBezTo>
                  <a:cubicBezTo>
                    <a:pt x="163297" y="-34977"/>
                    <a:pt x="373514" y="-17736"/>
                    <a:pt x="441999" y="142474"/>
                  </a:cubicBezTo>
                  <a:cubicBezTo>
                    <a:pt x="502578" y="284111"/>
                    <a:pt x="490957" y="421366"/>
                    <a:pt x="405518" y="550334"/>
                  </a:cubicBezTo>
                  <a:cubicBezTo>
                    <a:pt x="323603" y="674064"/>
                    <a:pt x="214446" y="766838"/>
                    <a:pt x="80335" y="830370"/>
                  </a:cubicBezTo>
                  <a:cubicBezTo>
                    <a:pt x="67190" y="836561"/>
                    <a:pt x="61665" y="833894"/>
                    <a:pt x="55284" y="822178"/>
                  </a:cubicBezTo>
                  <a:cubicBezTo>
                    <a:pt x="45854" y="804842"/>
                    <a:pt x="35757" y="787793"/>
                    <a:pt x="24042" y="771981"/>
                  </a:cubicBezTo>
                  <a:cubicBezTo>
                    <a:pt x="12993" y="757122"/>
                    <a:pt x="14326" y="750359"/>
                    <a:pt x="31948" y="741597"/>
                  </a:cubicBezTo>
                  <a:cubicBezTo>
                    <a:pt x="100527" y="707497"/>
                    <a:pt x="163107" y="664539"/>
                    <a:pt x="215970" y="608247"/>
                  </a:cubicBezTo>
                  <a:cubicBezTo>
                    <a:pt x="269977" y="550621"/>
                    <a:pt x="299600" y="482040"/>
                    <a:pt x="310935" y="404507"/>
                  </a:cubicBezTo>
                  <a:cubicBezTo>
                    <a:pt x="312935" y="390600"/>
                    <a:pt x="308553" y="386505"/>
                    <a:pt x="295028" y="387267"/>
                  </a:cubicBezTo>
                  <a:cubicBezTo>
                    <a:pt x="278740" y="388219"/>
                    <a:pt x="262357" y="387457"/>
                    <a:pt x="240926" y="387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A9BAFE2-03EF-6C9F-DC4E-660002EEB635}"/>
                </a:ext>
              </a:extLst>
            </p:cNvPr>
            <p:cNvSpPr/>
            <p:nvPr/>
          </p:nvSpPr>
          <p:spPr>
            <a:xfrm>
              <a:off x="4037315" y="2218320"/>
              <a:ext cx="479781" cy="833999"/>
            </a:xfrm>
            <a:custGeom>
              <a:avLst/>
              <a:gdLst>
                <a:gd name="connsiteX0" fmla="*/ 240361 w 479781"/>
                <a:gd name="connsiteY0" fmla="*/ 387624 h 833999"/>
                <a:gd name="connsiteX1" fmla="*/ 98057 w 479781"/>
                <a:gd name="connsiteY1" fmla="*/ 360763 h 833999"/>
                <a:gd name="connsiteX2" fmla="*/ 63672 w 479781"/>
                <a:gd name="connsiteY2" fmla="*/ 52439 h 833999"/>
                <a:gd name="connsiteX3" fmla="*/ 441148 w 479781"/>
                <a:gd name="connsiteY3" fmla="*/ 141403 h 833999"/>
                <a:gd name="connsiteX4" fmla="*/ 406953 w 479781"/>
                <a:gd name="connsiteY4" fmla="*/ 547739 h 833999"/>
                <a:gd name="connsiteX5" fmla="*/ 79293 w 479781"/>
                <a:gd name="connsiteY5" fmla="*/ 830918 h 833999"/>
                <a:gd name="connsiteX6" fmla="*/ 55671 w 479781"/>
                <a:gd name="connsiteY6" fmla="*/ 823488 h 833999"/>
                <a:gd name="connsiteX7" fmla="*/ 20143 w 479781"/>
                <a:gd name="connsiteY7" fmla="*/ 766338 h 833999"/>
                <a:gd name="connsiteX8" fmla="*/ 27096 w 479781"/>
                <a:gd name="connsiteY8" fmla="*/ 744526 h 833999"/>
                <a:gd name="connsiteX9" fmla="*/ 216167 w 479781"/>
                <a:gd name="connsiteY9" fmla="*/ 607842 h 833999"/>
                <a:gd name="connsiteX10" fmla="*/ 310656 w 479781"/>
                <a:gd name="connsiteY10" fmla="*/ 404007 h 833999"/>
                <a:gd name="connsiteX11" fmla="*/ 295987 w 479781"/>
                <a:gd name="connsiteY11" fmla="*/ 387529 h 833999"/>
                <a:gd name="connsiteX12" fmla="*/ 240266 w 479781"/>
                <a:gd name="connsiteY12" fmla="*/ 387814 h 83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9781" h="833999">
                  <a:moveTo>
                    <a:pt x="240361" y="387624"/>
                  </a:moveTo>
                  <a:cubicBezTo>
                    <a:pt x="194165" y="389148"/>
                    <a:pt x="144730" y="382957"/>
                    <a:pt x="98057" y="360763"/>
                  </a:cubicBezTo>
                  <a:cubicBezTo>
                    <a:pt x="-16719" y="306090"/>
                    <a:pt x="-34054" y="139021"/>
                    <a:pt x="63672" y="52439"/>
                  </a:cubicBezTo>
                  <a:cubicBezTo>
                    <a:pt x="162542" y="-35191"/>
                    <a:pt x="372282" y="-17855"/>
                    <a:pt x="441148" y="141403"/>
                  </a:cubicBezTo>
                  <a:cubicBezTo>
                    <a:pt x="501917" y="281992"/>
                    <a:pt x="491345" y="418961"/>
                    <a:pt x="406953" y="547739"/>
                  </a:cubicBezTo>
                  <a:cubicBezTo>
                    <a:pt x="324848" y="672993"/>
                    <a:pt x="214834" y="766910"/>
                    <a:pt x="79293" y="830918"/>
                  </a:cubicBezTo>
                  <a:cubicBezTo>
                    <a:pt x="67196" y="836633"/>
                    <a:pt x="61767" y="834537"/>
                    <a:pt x="55671" y="823488"/>
                  </a:cubicBezTo>
                  <a:cubicBezTo>
                    <a:pt x="44717" y="803962"/>
                    <a:pt x="33097" y="784626"/>
                    <a:pt x="20143" y="766338"/>
                  </a:cubicBezTo>
                  <a:cubicBezTo>
                    <a:pt x="11475" y="754146"/>
                    <a:pt x="16047" y="750145"/>
                    <a:pt x="27096" y="744526"/>
                  </a:cubicBezTo>
                  <a:cubicBezTo>
                    <a:pt x="97295" y="708902"/>
                    <a:pt x="162161" y="665944"/>
                    <a:pt x="216167" y="607842"/>
                  </a:cubicBezTo>
                  <a:cubicBezTo>
                    <a:pt x="269984" y="550120"/>
                    <a:pt x="299511" y="481445"/>
                    <a:pt x="310656" y="404007"/>
                  </a:cubicBezTo>
                  <a:cubicBezTo>
                    <a:pt x="312465" y="391434"/>
                    <a:pt x="309227" y="386767"/>
                    <a:pt x="295987" y="387529"/>
                  </a:cubicBezTo>
                  <a:cubicBezTo>
                    <a:pt x="279032" y="388576"/>
                    <a:pt x="261983" y="387814"/>
                    <a:pt x="240266" y="3878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2D45AE4-0DFD-CB36-2A9A-058323B88356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D89D3BB-41FB-CDD8-2BAA-6D978293BA5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1AF90C4-1899-4DC6-13AA-2FA73E5395AA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64B4053-590E-10AF-412F-BE33500178B8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BE11FBD-D4D5-1707-1EE1-52C270E00710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276283B-96CF-F70D-B160-FC4D029E2355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705D9E8-1DD7-06FA-EF6B-18C6FE41235E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EEC6EBC-59B7-C9D5-897A-2B69B1398486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985CC43-7F2A-3E17-6410-EC41665F7600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04E6F37-0481-0ACC-27EB-C03B00386094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3BBA2DBF-09ED-0F49-3535-FDB9A03F6428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870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dark gre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DE504CF-BE0F-2DD4-543B-5C9FF0838C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19407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DE504CF-BE0F-2DD4-543B-5C9FF0838C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itel 50">
            <a:extLst>
              <a:ext uri="{FF2B5EF4-FFF2-40B4-BE49-F238E27FC236}">
                <a16:creationId xmlns:a16="http://schemas.microsoft.com/office/drawing/2014/main" id="{CDE7B6F9-4E31-F396-609B-31B8B1712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1" y="1943100"/>
            <a:ext cx="6930460" cy="1231106"/>
          </a:xfrm>
        </p:spPr>
        <p:txBody>
          <a:bodyPr vert="horz"/>
          <a:lstStyle>
            <a:lvl1pPr rtl="0">
              <a:lnSpc>
                <a:spcPct val="100000"/>
              </a:lnSpc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Big Quote, </a:t>
            </a:r>
            <a:br>
              <a:rPr lang="en-US"/>
            </a:br>
            <a:r>
              <a:rPr lang="en-US"/>
              <a:t>Arial 40 pt</a:t>
            </a:r>
          </a:p>
        </p:txBody>
      </p:sp>
      <p:sp>
        <p:nvSpPr>
          <p:cNvPr id="70" name="Textplatzhalter 69">
            <a:extLst>
              <a:ext uri="{FF2B5EF4-FFF2-40B4-BE49-F238E27FC236}">
                <a16:creationId xmlns:a16="http://schemas.microsoft.com/office/drawing/2014/main" id="{977E3D5A-CA46-90EA-3B42-A0C3D0EAA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66901" y="5495138"/>
            <a:ext cx="6930460" cy="215444"/>
          </a:xfrm>
        </p:spPr>
        <p:txBody>
          <a:bodyPr wrap="square">
            <a:spAutoFit/>
          </a:bodyPr>
          <a:lstStyle>
            <a:lvl1pPr algn="l" rtl="0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Author, Arial 14 pt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9E1536-9FC8-65D5-9E31-AA9839B8E5E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98F73F85-67FC-42DE-A640-BA8DCBBBF44A}" type="datetimeyyyy">
              <a:rPr lang="en-US" smtClean="0"/>
              <a:t>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575B31-8D01-9AD0-6744-2E3E102572B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C2ADC4C-0252-D2F6-7EB5-871BA28BF76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24950" y="3348282"/>
            <a:ext cx="2516188" cy="251618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rtl="0"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3FC60BA-FDD5-3437-50DF-780EC58288E6}"/>
              </a:ext>
            </a:extLst>
          </p:cNvPr>
          <p:cNvGrpSpPr/>
          <p:nvPr userDrawn="1"/>
        </p:nvGrpSpPr>
        <p:grpSpPr>
          <a:xfrm>
            <a:off x="550862" y="1628775"/>
            <a:ext cx="1067753" cy="834022"/>
            <a:chOff x="3449343" y="2218297"/>
            <a:chExt cx="1067753" cy="834022"/>
          </a:xfrm>
          <a:solidFill>
            <a:schemeClr val="bg1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99BEDAAF-CE20-8EA9-80C2-8AED89978EE4}"/>
                </a:ext>
              </a:extLst>
            </p:cNvPr>
            <p:cNvSpPr/>
            <p:nvPr/>
          </p:nvSpPr>
          <p:spPr>
            <a:xfrm>
              <a:off x="3449343" y="2218297"/>
              <a:ext cx="480001" cy="833606"/>
            </a:xfrm>
            <a:custGeom>
              <a:avLst/>
              <a:gdLst>
                <a:gd name="connsiteX0" fmla="*/ 240831 w 480001"/>
                <a:gd name="connsiteY0" fmla="*/ 387648 h 833606"/>
                <a:gd name="connsiteX1" fmla="*/ 98908 w 480001"/>
                <a:gd name="connsiteY1" fmla="*/ 361073 h 833606"/>
                <a:gd name="connsiteX2" fmla="*/ 64999 w 480001"/>
                <a:gd name="connsiteY2" fmla="*/ 51606 h 833606"/>
                <a:gd name="connsiteX3" fmla="*/ 441999 w 480001"/>
                <a:gd name="connsiteY3" fmla="*/ 142474 h 833606"/>
                <a:gd name="connsiteX4" fmla="*/ 405518 w 480001"/>
                <a:gd name="connsiteY4" fmla="*/ 550334 h 833606"/>
                <a:gd name="connsiteX5" fmla="*/ 80335 w 480001"/>
                <a:gd name="connsiteY5" fmla="*/ 830370 h 833606"/>
                <a:gd name="connsiteX6" fmla="*/ 55284 w 480001"/>
                <a:gd name="connsiteY6" fmla="*/ 822178 h 833606"/>
                <a:gd name="connsiteX7" fmla="*/ 24042 w 480001"/>
                <a:gd name="connsiteY7" fmla="*/ 771981 h 833606"/>
                <a:gd name="connsiteX8" fmla="*/ 31948 w 480001"/>
                <a:gd name="connsiteY8" fmla="*/ 741597 h 833606"/>
                <a:gd name="connsiteX9" fmla="*/ 215970 w 480001"/>
                <a:gd name="connsiteY9" fmla="*/ 608247 h 833606"/>
                <a:gd name="connsiteX10" fmla="*/ 310935 w 480001"/>
                <a:gd name="connsiteY10" fmla="*/ 404507 h 833606"/>
                <a:gd name="connsiteX11" fmla="*/ 295028 w 480001"/>
                <a:gd name="connsiteY11" fmla="*/ 387267 h 833606"/>
                <a:gd name="connsiteX12" fmla="*/ 240926 w 480001"/>
                <a:gd name="connsiteY12" fmla="*/ 387457 h 83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0001" h="833606">
                  <a:moveTo>
                    <a:pt x="240831" y="387648"/>
                  </a:moveTo>
                  <a:cubicBezTo>
                    <a:pt x="195015" y="389267"/>
                    <a:pt x="145676" y="382885"/>
                    <a:pt x="98908" y="361073"/>
                  </a:cubicBezTo>
                  <a:cubicBezTo>
                    <a:pt x="-13487" y="308685"/>
                    <a:pt x="-37299" y="141712"/>
                    <a:pt x="64999" y="51606"/>
                  </a:cubicBezTo>
                  <a:cubicBezTo>
                    <a:pt x="163297" y="-34977"/>
                    <a:pt x="373514" y="-17736"/>
                    <a:pt x="441999" y="142474"/>
                  </a:cubicBezTo>
                  <a:cubicBezTo>
                    <a:pt x="502578" y="284111"/>
                    <a:pt x="490957" y="421366"/>
                    <a:pt x="405518" y="550334"/>
                  </a:cubicBezTo>
                  <a:cubicBezTo>
                    <a:pt x="323603" y="674064"/>
                    <a:pt x="214446" y="766838"/>
                    <a:pt x="80335" y="830370"/>
                  </a:cubicBezTo>
                  <a:cubicBezTo>
                    <a:pt x="67190" y="836561"/>
                    <a:pt x="61665" y="833894"/>
                    <a:pt x="55284" y="822178"/>
                  </a:cubicBezTo>
                  <a:cubicBezTo>
                    <a:pt x="45854" y="804842"/>
                    <a:pt x="35757" y="787793"/>
                    <a:pt x="24042" y="771981"/>
                  </a:cubicBezTo>
                  <a:cubicBezTo>
                    <a:pt x="12993" y="757122"/>
                    <a:pt x="14326" y="750359"/>
                    <a:pt x="31948" y="741597"/>
                  </a:cubicBezTo>
                  <a:cubicBezTo>
                    <a:pt x="100527" y="707497"/>
                    <a:pt x="163107" y="664539"/>
                    <a:pt x="215970" y="608247"/>
                  </a:cubicBezTo>
                  <a:cubicBezTo>
                    <a:pt x="269977" y="550621"/>
                    <a:pt x="299600" y="482040"/>
                    <a:pt x="310935" y="404507"/>
                  </a:cubicBezTo>
                  <a:cubicBezTo>
                    <a:pt x="312935" y="390600"/>
                    <a:pt x="308553" y="386505"/>
                    <a:pt x="295028" y="387267"/>
                  </a:cubicBezTo>
                  <a:cubicBezTo>
                    <a:pt x="278740" y="388219"/>
                    <a:pt x="262357" y="387457"/>
                    <a:pt x="240926" y="3874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A9BAFE2-03EF-6C9F-DC4E-660002EEB635}"/>
                </a:ext>
              </a:extLst>
            </p:cNvPr>
            <p:cNvSpPr/>
            <p:nvPr/>
          </p:nvSpPr>
          <p:spPr>
            <a:xfrm>
              <a:off x="4037315" y="2218320"/>
              <a:ext cx="479781" cy="833999"/>
            </a:xfrm>
            <a:custGeom>
              <a:avLst/>
              <a:gdLst>
                <a:gd name="connsiteX0" fmla="*/ 240361 w 479781"/>
                <a:gd name="connsiteY0" fmla="*/ 387624 h 833999"/>
                <a:gd name="connsiteX1" fmla="*/ 98057 w 479781"/>
                <a:gd name="connsiteY1" fmla="*/ 360763 h 833999"/>
                <a:gd name="connsiteX2" fmla="*/ 63672 w 479781"/>
                <a:gd name="connsiteY2" fmla="*/ 52439 h 833999"/>
                <a:gd name="connsiteX3" fmla="*/ 441148 w 479781"/>
                <a:gd name="connsiteY3" fmla="*/ 141403 h 833999"/>
                <a:gd name="connsiteX4" fmla="*/ 406953 w 479781"/>
                <a:gd name="connsiteY4" fmla="*/ 547739 h 833999"/>
                <a:gd name="connsiteX5" fmla="*/ 79293 w 479781"/>
                <a:gd name="connsiteY5" fmla="*/ 830918 h 833999"/>
                <a:gd name="connsiteX6" fmla="*/ 55671 w 479781"/>
                <a:gd name="connsiteY6" fmla="*/ 823488 h 833999"/>
                <a:gd name="connsiteX7" fmla="*/ 20143 w 479781"/>
                <a:gd name="connsiteY7" fmla="*/ 766338 h 833999"/>
                <a:gd name="connsiteX8" fmla="*/ 27096 w 479781"/>
                <a:gd name="connsiteY8" fmla="*/ 744526 h 833999"/>
                <a:gd name="connsiteX9" fmla="*/ 216167 w 479781"/>
                <a:gd name="connsiteY9" fmla="*/ 607842 h 833999"/>
                <a:gd name="connsiteX10" fmla="*/ 310656 w 479781"/>
                <a:gd name="connsiteY10" fmla="*/ 404007 h 833999"/>
                <a:gd name="connsiteX11" fmla="*/ 295987 w 479781"/>
                <a:gd name="connsiteY11" fmla="*/ 387529 h 833999"/>
                <a:gd name="connsiteX12" fmla="*/ 240266 w 479781"/>
                <a:gd name="connsiteY12" fmla="*/ 387814 h 83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9781" h="833999">
                  <a:moveTo>
                    <a:pt x="240361" y="387624"/>
                  </a:moveTo>
                  <a:cubicBezTo>
                    <a:pt x="194165" y="389148"/>
                    <a:pt x="144730" y="382957"/>
                    <a:pt x="98057" y="360763"/>
                  </a:cubicBezTo>
                  <a:cubicBezTo>
                    <a:pt x="-16719" y="306090"/>
                    <a:pt x="-34054" y="139021"/>
                    <a:pt x="63672" y="52439"/>
                  </a:cubicBezTo>
                  <a:cubicBezTo>
                    <a:pt x="162542" y="-35191"/>
                    <a:pt x="372282" y="-17855"/>
                    <a:pt x="441148" y="141403"/>
                  </a:cubicBezTo>
                  <a:cubicBezTo>
                    <a:pt x="501917" y="281992"/>
                    <a:pt x="491345" y="418961"/>
                    <a:pt x="406953" y="547739"/>
                  </a:cubicBezTo>
                  <a:cubicBezTo>
                    <a:pt x="324848" y="672993"/>
                    <a:pt x="214834" y="766910"/>
                    <a:pt x="79293" y="830918"/>
                  </a:cubicBezTo>
                  <a:cubicBezTo>
                    <a:pt x="67196" y="836633"/>
                    <a:pt x="61767" y="834537"/>
                    <a:pt x="55671" y="823488"/>
                  </a:cubicBezTo>
                  <a:cubicBezTo>
                    <a:pt x="44717" y="803962"/>
                    <a:pt x="33097" y="784626"/>
                    <a:pt x="20143" y="766338"/>
                  </a:cubicBezTo>
                  <a:cubicBezTo>
                    <a:pt x="11475" y="754146"/>
                    <a:pt x="16047" y="750145"/>
                    <a:pt x="27096" y="744526"/>
                  </a:cubicBezTo>
                  <a:cubicBezTo>
                    <a:pt x="97295" y="708902"/>
                    <a:pt x="162161" y="665944"/>
                    <a:pt x="216167" y="607842"/>
                  </a:cubicBezTo>
                  <a:cubicBezTo>
                    <a:pt x="269984" y="550120"/>
                    <a:pt x="299511" y="481445"/>
                    <a:pt x="310656" y="404007"/>
                  </a:cubicBezTo>
                  <a:cubicBezTo>
                    <a:pt x="312465" y="391434"/>
                    <a:pt x="309227" y="386767"/>
                    <a:pt x="295987" y="387529"/>
                  </a:cubicBezTo>
                  <a:cubicBezTo>
                    <a:pt x="279032" y="388576"/>
                    <a:pt x="261983" y="387814"/>
                    <a:pt x="240266" y="3878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2D45AE4-0DFD-CB36-2A9A-058323B88356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D89D3BB-41FB-CDD8-2BAA-6D978293BA5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11AF90C4-1899-4DC6-13AA-2FA73E5395AA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64B4053-590E-10AF-412F-BE33500178B8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0BE11FBD-D4D5-1707-1EE1-52C270E00710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276283B-96CF-F70D-B160-FC4D029E2355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E705D9E8-1DD7-06FA-EF6B-18C6FE41235E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EEC6EBC-59B7-C9D5-897A-2B69B1398486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985CC43-7F2A-3E17-6410-EC41665F7600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04E6F37-0481-0ACC-27EB-C03B00386094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3BBA2DBF-09ED-0F49-3535-FDB9A03F6428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2986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607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628775"/>
            <a:ext cx="11088000" cy="1015663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latin typeface="+mn-lt"/>
              </a:defRPr>
            </a:lvl1pPr>
          </a:lstStyle>
          <a:p>
            <a:r>
              <a:rPr lang="en-US"/>
              <a:t>Contact white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4682AC1-D7EB-407C-87B7-51B1A5310E75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488" y="3016515"/>
            <a:ext cx="3495675" cy="3292210"/>
          </a:xfrm>
        </p:spPr>
        <p:txBody>
          <a:bodyPr/>
          <a:lstStyle>
            <a:lvl1pPr rtl="0">
              <a:defRPr b="0"/>
            </a:lvl1pPr>
          </a:lstStyle>
          <a:p>
            <a:pPr lvl="0"/>
            <a:r>
              <a:rPr lang="en-US"/>
              <a:t>Edit Master title format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9311B2-A6CF-53DC-3154-B2A3A98A3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8163" y="3016515"/>
            <a:ext cx="3495675" cy="3292210"/>
          </a:xfrm>
        </p:spPr>
        <p:txBody>
          <a:bodyPr/>
          <a:lstStyle>
            <a:lvl1pPr rtl="0">
              <a:defRPr b="0"/>
            </a:lvl1pPr>
          </a:lstStyle>
          <a:p>
            <a:pPr lvl="0"/>
            <a:r>
              <a:rPr lang="en-US"/>
              <a:t>Edit Master title format</a:t>
            </a:r>
          </a:p>
        </p:txBody>
      </p:sp>
    </p:spTree>
    <p:extLst>
      <p:ext uri="{BB962C8B-B14F-4D97-AF65-F5344CB8AC3E}">
        <p14:creationId xmlns:p14="http://schemas.microsoft.com/office/powerpoint/2010/main" val="3394196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  <p15:guide id="2" pos="2547">
          <p15:clr>
            <a:srgbClr val="FBAE40"/>
          </p15:clr>
        </p15:guide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kt 16" hidden="1">
            <a:extLst>
              <a:ext uri="{FF2B5EF4-FFF2-40B4-BE49-F238E27FC236}">
                <a16:creationId xmlns:a16="http://schemas.microsoft.com/office/drawing/2014/main" id="{9856C13E-22C9-7D4F-A247-95F2DE8AD3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7031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7" name="Objekt 16" hidden="1">
                        <a:extLst>
                          <a:ext uri="{FF2B5EF4-FFF2-40B4-BE49-F238E27FC236}">
                            <a16:creationId xmlns:a16="http://schemas.microsoft.com/office/drawing/2014/main" id="{9856C13E-22C9-7D4F-A247-95F2DE8AD3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A6FD501-B4DA-5978-EA1F-92276976D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1628775"/>
            <a:ext cx="11088000" cy="1015663"/>
          </a:xfrm>
        </p:spPr>
        <p:txBody>
          <a:bodyPr vert="horz"/>
          <a:lstStyle>
            <a:lvl1pPr rtl="0">
              <a:lnSpc>
                <a:spcPct val="100000"/>
              </a:lnSpc>
              <a:defRPr sz="6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Contact blue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EE1E0-1E1A-E447-D1A9-401ED355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fld id="{F4565DAF-96E5-4471-8BB6-C366C97EB7F6}" type="datetimeyyyy">
              <a:rPr lang="en-US" smtClean="0"/>
              <a:t>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ABF528-4385-CF60-DF7E-F8FB2820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58A63F1-7D1D-2218-75E9-D219E1771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488" y="3016515"/>
            <a:ext cx="3495675" cy="3292210"/>
          </a:xfrm>
        </p:spPr>
        <p:txBody>
          <a:bodyPr/>
          <a:lstStyle>
            <a:lvl1pPr rtl="0"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title format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9311B2-A6CF-53DC-3154-B2A3A98A3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8163" y="3016515"/>
            <a:ext cx="3495675" cy="3292210"/>
          </a:xfrm>
        </p:spPr>
        <p:txBody>
          <a:bodyPr/>
          <a:lstStyle>
            <a:lvl1pPr rtl="0"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title format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740191-2347-CA41-60DE-5836EB7B4D2C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bg1"/>
                </a:solidFill>
              </a:rPr>
              <a:pPr algn="r" rtl="0"/>
              <a:t>‹Nr.›</a:t>
            </a:fld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7187F82-0596-F721-5B7B-8405E14D352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bg1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3A204FFD-BFD7-FE7B-AFB9-B62EA93AA132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E89A3D48-6AA7-52E7-8325-224AFE251D12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7A7B14D6-D52A-66C1-5973-65306597B0B5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03515EF-47F3-AEE8-9E04-CFEA1978C91F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DE95630B-C931-0694-E5C4-798EB8FFD2C8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DEB7E39B-229A-AAD9-A035-7E1E8B022348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704711E-A95A-B544-4578-94463D63A159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4C17AA1A-089A-A86B-5E5E-8253A5571E16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F0561C7-6DA1-2C85-A6ED-ED607B20072C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5638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>
          <p15:clr>
            <a:srgbClr val="FBAE40"/>
          </p15:clr>
        </p15:guide>
        <p15:guide id="2" pos="2547">
          <p15:clr>
            <a:srgbClr val="FBAE40"/>
          </p15:clr>
        </p15:guide>
        <p15:guide id="4" pos="5133">
          <p15:clr>
            <a:srgbClr val="FBAE40"/>
          </p15:clr>
        </p15:guide>
        <p15:guide id="5" pos="4941">
          <p15:clr>
            <a:srgbClr val="FBAE40"/>
          </p15:clr>
        </p15:guide>
        <p15:guide id="6" pos="347">
          <p15:clr>
            <a:srgbClr val="FBAE40"/>
          </p15:clr>
        </p15:guide>
        <p15:guide id="7" pos="7333">
          <p15:clr>
            <a:srgbClr val="FBAE40"/>
          </p15:clr>
        </p15:guide>
        <p15:guide id="8" orient="horz" pos="1026">
          <p15:clr>
            <a:srgbClr val="FBAE40"/>
          </p15:clr>
        </p15:guide>
        <p15:guide id="9" orient="horz" pos="397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24000" y="360000"/>
            <a:ext cx="10944000" cy="443198"/>
          </a:xfrm>
        </p:spPr>
        <p:txBody>
          <a:bodyPr lIns="0" tIns="0" rIns="0" bIns="0" anchor="t" anchorCtr="0">
            <a:spAutoFit/>
          </a:bodyPr>
          <a:lstStyle>
            <a:lvl1pPr algn="l">
              <a:defRPr sz="3200" b="0" cap="all" baseline="0">
                <a:solidFill>
                  <a:srgbClr val="0054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24000" y="1440000"/>
            <a:ext cx="10944000" cy="4968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buNone/>
              <a:defRPr sz="3733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53475" indent="-353475" algn="l">
              <a:buClr>
                <a:srgbClr val="005499"/>
              </a:buClr>
              <a:buFont typeface="Wingdings" panose="05000000000000000000" pitchFamily="2" charset="2"/>
              <a:buChar char="§"/>
              <a:defRPr sz="3733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3882" indent="-370408" algn="l">
              <a:buClr>
                <a:srgbClr val="005499"/>
              </a:buClr>
              <a:buFont typeface="Wingdings" panose="05000000000000000000" pitchFamily="2" charset="2"/>
              <a:buChar char="§"/>
              <a:defRPr sz="3467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77357" indent="-353475" algn="l">
              <a:buClr>
                <a:srgbClr val="005499"/>
              </a:buClr>
              <a:buFont typeface="Wingdings" panose="05000000000000000000" pitchFamily="2" charset="2"/>
              <a:buChar char="§"/>
              <a:defRPr sz="3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430831" indent="-353475" algn="l">
              <a:buClr>
                <a:srgbClr val="005499"/>
              </a:buClr>
              <a:buFont typeface="Wingdings" panose="05000000000000000000" pitchFamily="2" charset="2"/>
              <a:buChar char="§"/>
              <a:defRPr sz="2933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CH" noProof="0"/>
              <a:t>Klicken Sie hier, um den Text zu bearbeiten</a:t>
            </a:r>
            <a:endParaRPr lang="en-US" noProof="0"/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 err="1"/>
              <a:t>Fünfete</a:t>
            </a:r>
            <a:r>
              <a:rPr lang="de-CH" noProof="0"/>
              <a:t> Ebene</a:t>
            </a:r>
          </a:p>
        </p:txBody>
      </p:sp>
      <p:sp>
        <p:nvSpPr>
          <p:cNvPr id="37" name="Foliennummernplatzhalter 5"/>
          <p:cNvSpPr>
            <a:spLocks noGrp="1"/>
          </p:cNvSpPr>
          <p:nvPr>
            <p:ph type="sldNum" sz="quarter" idx="14"/>
          </p:nvPr>
        </p:nvSpPr>
        <p:spPr>
          <a:xfrm>
            <a:off x="218189" y="6534000"/>
            <a:ext cx="237812" cy="236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36000" tIns="36000" rIns="36000" bIns="36000">
            <a:spAutoFit/>
          </a:bodyPr>
          <a:lstStyle>
            <a:lvl1pPr algn="r">
              <a:defRPr sz="1067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632EE6E-5785-4105-9079-B05077FF4F96}" type="slidenum">
              <a:rPr lang="de-CH" smtClean="0"/>
              <a:pPr/>
              <a:t>‹Nr.›</a:t>
            </a:fld>
            <a:endParaRPr lang="de-CH"/>
          </a:p>
        </p:txBody>
      </p:sp>
      <p:cxnSp>
        <p:nvCxnSpPr>
          <p:cNvPr id="16" name="Gerade Verbindung 15"/>
          <p:cNvCxnSpPr/>
          <p:nvPr userDrawn="1"/>
        </p:nvCxnSpPr>
        <p:spPr>
          <a:xfrm>
            <a:off x="623240" y="6534000"/>
            <a:ext cx="0" cy="3240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tertitel 2"/>
          <p:cNvSpPr>
            <a:spLocks noGrp="1"/>
          </p:cNvSpPr>
          <p:nvPr>
            <p:ph type="subTitle" idx="1"/>
          </p:nvPr>
        </p:nvSpPr>
        <p:spPr>
          <a:xfrm>
            <a:off x="624000" y="848752"/>
            <a:ext cx="1094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lang="de-CH" sz="2667" cap="all" dirty="0">
                <a:solidFill>
                  <a:srgbClr val="005499"/>
                </a:solidFill>
              </a:defRPr>
            </a:lvl1pPr>
          </a:lstStyle>
          <a:p>
            <a:pPr lvl="0"/>
            <a:r>
              <a:rPr lang="de-DE" noProof="0"/>
              <a:t>Master-Untertitelformat bearbeiten</a:t>
            </a:r>
            <a:endParaRPr lang="en-US" noProof="0"/>
          </a:p>
        </p:txBody>
      </p:sp>
      <p:cxnSp>
        <p:nvCxnSpPr>
          <p:cNvPr id="23" name="Gerade Verbindung 22"/>
          <p:cNvCxnSpPr/>
          <p:nvPr userDrawn="1"/>
        </p:nvCxnSpPr>
        <p:spPr>
          <a:xfrm>
            <a:off x="624000" y="1208753"/>
            <a:ext cx="2400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624000" y="6534000"/>
            <a:ext cx="8208000" cy="144000"/>
          </a:xfrm>
          <a:prstGeom prst="rect">
            <a:avLst/>
          </a:prstGeom>
        </p:spPr>
        <p:txBody>
          <a:bodyPr wrap="none" lIns="108000" tIns="0" rIns="108000" bIns="0"/>
          <a:lstStyle>
            <a:lvl1pPr>
              <a:defRPr sz="1067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/>
              <a:t>© Bossard 2025 Produkte Access Solution Stellfüsse und Rollen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F88F2DF-661C-4E14-B61C-031D01BF52DA}"/>
              </a:ext>
            </a:extLst>
          </p:cNvPr>
          <p:cNvSpPr txBox="1"/>
          <p:nvPr userDrawn="1"/>
        </p:nvSpPr>
        <p:spPr>
          <a:xfrm>
            <a:off x="-1294645" y="1440000"/>
            <a:ext cx="1200000" cy="1327659"/>
          </a:xfrm>
          <a:prstGeom prst="rect">
            <a:avLst/>
          </a:prstGeom>
          <a:noFill/>
        </p:spPr>
        <p:txBody>
          <a:bodyPr wrap="square" lIns="48000" tIns="48000" rIns="48000" bIns="48000" rtlCol="0">
            <a:spAutoFit/>
          </a:bodyPr>
          <a:lstStyle/>
          <a:p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Textfeld: Feldbereich</a:t>
            </a:r>
            <a:r>
              <a:rPr lang="de-CH" sz="1333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(13.8x22.8cm) darf nicht überschritten werden.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95B5AA2-05A8-4DF1-AC16-BDEC449D625B}"/>
              </a:ext>
            </a:extLst>
          </p:cNvPr>
          <p:cNvSpPr txBox="1"/>
          <p:nvPr userDrawn="1"/>
        </p:nvSpPr>
        <p:spPr>
          <a:xfrm>
            <a:off x="-1294645" y="2768045"/>
            <a:ext cx="1200000" cy="3583982"/>
          </a:xfrm>
          <a:prstGeom prst="rect">
            <a:avLst/>
          </a:prstGeom>
          <a:noFill/>
        </p:spPr>
        <p:txBody>
          <a:bodyPr wrap="square" lIns="48000" tIns="48000" rIns="48000" bIns="48000" rtlCol="0">
            <a:spAutoFit/>
          </a:bodyPr>
          <a:lstStyle>
            <a:defPPr>
              <a:defRPr lang="de-DE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Bossard Farben: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Dunkelgrau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3. Schwarz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Mittelgrau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4. Weiss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Hellgrau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2. Weiss</a:t>
            </a:r>
          </a:p>
          <a:p>
            <a:pPr lvl="0"/>
            <a:endParaRPr lang="de-CH" sz="1333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Dunkelblau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000/084/153</a:t>
            </a:r>
          </a:p>
          <a:p>
            <a:pPr lvl="0"/>
            <a:endParaRPr lang="de-CH" sz="1333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Mittelblau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077/136/184</a:t>
            </a:r>
          </a:p>
          <a:p>
            <a:pPr lvl="0"/>
            <a:endParaRPr lang="de-CH" sz="1333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Hellblau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153/187/214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40C006A-ACE4-45D3-ADDB-B29AD8E6E2B2}"/>
              </a:ext>
            </a:extLst>
          </p:cNvPr>
          <p:cNvSpPr txBox="1"/>
          <p:nvPr userDrawn="1"/>
        </p:nvSpPr>
        <p:spPr>
          <a:xfrm>
            <a:off x="624000" y="-480000"/>
            <a:ext cx="7200000" cy="302058"/>
          </a:xfrm>
          <a:prstGeom prst="rect">
            <a:avLst/>
          </a:prstGeom>
          <a:noFill/>
        </p:spPr>
        <p:txBody>
          <a:bodyPr wrap="square" lIns="48000" tIns="48000" rIns="48000" bIns="48000" rtlCol="0">
            <a:spAutoFit/>
          </a:bodyPr>
          <a:lstStyle>
            <a:defPPr>
              <a:defRPr lang="de-DE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Titel: nur einzeilig, Position 1/1, </a:t>
            </a:r>
            <a:r>
              <a:rPr lang="de-CH" sz="1333" err="1">
                <a:solidFill>
                  <a:schemeClr val="tx1">
                    <a:lumMod val="75000"/>
                    <a:lumOff val="25000"/>
                  </a:schemeClr>
                </a:solidFill>
              </a:rPr>
              <a:t>Farbcode</a:t>
            </a:r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 000/084/153, kurz und aussagekräftig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56CA63B-2F93-4BDA-BB82-B9100E5764C4}"/>
              </a:ext>
            </a:extLst>
          </p:cNvPr>
          <p:cNvSpPr txBox="1"/>
          <p:nvPr userDrawn="1"/>
        </p:nvSpPr>
        <p:spPr>
          <a:xfrm>
            <a:off x="12246200" y="5846570"/>
            <a:ext cx="1200000" cy="1327659"/>
          </a:xfrm>
          <a:prstGeom prst="rect">
            <a:avLst/>
          </a:prstGeom>
          <a:noFill/>
        </p:spPr>
        <p:txBody>
          <a:bodyPr wrap="square" lIns="48000" tIns="48000" rIns="48000" bIns="48000" rtlCol="0">
            <a:spAutoFit/>
          </a:bodyPr>
          <a:lstStyle>
            <a:defPPr>
              <a:defRPr lang="de-DE"/>
            </a:defPPr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Logo:</a:t>
            </a:r>
          </a:p>
          <a:p>
            <a:pPr lvl="0"/>
            <a:r>
              <a:rPr lang="de-CH" sz="1333">
                <a:solidFill>
                  <a:schemeClr val="tx1">
                    <a:lumMod val="75000"/>
                    <a:lumOff val="25000"/>
                  </a:schemeClr>
                </a:solidFill>
              </a:rPr>
              <a:t>Der weisse Raum um das Logo ist streng</a:t>
            </a:r>
            <a:r>
              <a:rPr lang="de-CH" sz="1333" baseline="0">
                <a:solidFill>
                  <a:schemeClr val="tx1">
                    <a:lumMod val="75000"/>
                    <a:lumOff val="25000"/>
                  </a:schemeClr>
                </a:solidFill>
              </a:rPr>
              <a:t> einzuhalten!</a:t>
            </a:r>
            <a:endParaRPr lang="de-CH" sz="1333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CF4B70C3-8EA9-02C4-9269-93FFBAB1D1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687807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8" imgW="344" imgH="345" progId="TCLayout.ActiveDocument.1">
                  <p:embed/>
                </p:oleObj>
              </mc:Choice>
              <mc:Fallback>
                <p:oleObj name="think-cell Folie" r:id="rId28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CF4B70C3-8EA9-02C4-9269-93FFBAB1D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694E70A-46A5-F863-CC8A-66DDF558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036" y="611396"/>
            <a:ext cx="110880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136F7D-CA6F-3556-3522-044563BB1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036" y="1628775"/>
            <a:ext cx="11088000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  <a:p>
            <a:pPr lvl="5"/>
            <a:r>
              <a:rPr lang="en-US"/>
              <a:t>Sechste Ebene</a:t>
            </a:r>
          </a:p>
          <a:p>
            <a:pPr lvl="6"/>
            <a:r>
              <a:rPr lang="en-US"/>
              <a:t>Siebte Ebene</a:t>
            </a:r>
          </a:p>
          <a:p>
            <a:pPr lvl="7"/>
            <a:r>
              <a:rPr lang="en-US"/>
              <a:t>Achte Ebene</a:t>
            </a:r>
          </a:p>
          <a:p>
            <a:pPr lvl="8"/>
            <a:r>
              <a:rPr lang="en-US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788CD9-BACF-CA5E-CAF5-4CD4AA718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463822"/>
            <a:ext cx="720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rtl="0">
              <a:defRPr sz="800">
                <a:solidFill>
                  <a:schemeClr val="accent4"/>
                </a:solidFill>
              </a:defRPr>
            </a:lvl1pPr>
          </a:lstStyle>
          <a:p>
            <a:fld id="{6F538937-1460-401C-BDA3-232398E2B16A}" type="datetimeyyyy">
              <a:rPr lang="en-US" smtClean="0"/>
              <a:t>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97C5E-587A-B00D-2142-5C8EB4350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72135" y="6463822"/>
            <a:ext cx="3960000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rtl="0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de-CH"/>
              <a:t>© Bossard 2025 Produkte Access Solution Stellfüsse und Rollen</a:t>
            </a:r>
            <a:endParaRPr lang="en-US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CDFCD0E-7EC8-392C-D386-89540CFA7CB0}"/>
              </a:ext>
            </a:extLst>
          </p:cNvPr>
          <p:cNvSpPr txBox="1">
            <a:spLocks/>
          </p:cNvSpPr>
          <p:nvPr userDrawn="1"/>
        </p:nvSpPr>
        <p:spPr>
          <a:xfrm>
            <a:off x="10922036" y="319640"/>
            <a:ext cx="72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0"/>
            <a:fld id="{E46C5478-7682-47FB-90F9-924F86654F27}" type="slidenum">
              <a:rPr lang="en-US" b="1" smtClean="0">
                <a:solidFill>
                  <a:schemeClr val="accent1"/>
                </a:solidFill>
              </a:rPr>
              <a:pPr algn="r" rtl="0"/>
              <a:t>‹Nr.›</a:t>
            </a:fld>
            <a:endParaRPr lang="en-US" b="1">
              <a:solidFill>
                <a:schemeClr val="accent1"/>
              </a:solidFill>
            </a:endParaRP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1C19C65-577B-209F-B2BB-424D3DF592C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94456" y="6453377"/>
            <a:ext cx="950768" cy="144000"/>
            <a:chOff x="8631449" y="1041609"/>
            <a:chExt cx="1405288" cy="212840"/>
          </a:xfrm>
          <a:solidFill>
            <a:schemeClr val="accent1"/>
          </a:solidFill>
        </p:grpSpPr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2E97BE05-E7B4-2CC3-B049-59DCCCB6E05A}"/>
                </a:ext>
              </a:extLst>
            </p:cNvPr>
            <p:cNvSpPr/>
            <p:nvPr/>
          </p:nvSpPr>
          <p:spPr>
            <a:xfrm>
              <a:off x="8631449" y="1048349"/>
              <a:ext cx="145446" cy="199739"/>
            </a:xfrm>
            <a:custGeom>
              <a:avLst/>
              <a:gdLst>
                <a:gd name="connsiteX0" fmla="*/ 80010 w 145446"/>
                <a:gd name="connsiteY0" fmla="*/ 115729 h 199739"/>
                <a:gd name="connsiteX1" fmla="*/ 39148 w 145446"/>
                <a:gd name="connsiteY1" fmla="*/ 115729 h 199739"/>
                <a:gd name="connsiteX2" fmla="*/ 39148 w 145446"/>
                <a:gd name="connsiteY2" fmla="*/ 164783 h 199739"/>
                <a:gd name="connsiteX3" fmla="*/ 80010 w 145446"/>
                <a:gd name="connsiteY3" fmla="*/ 164783 h 199739"/>
                <a:gd name="connsiteX4" fmla="*/ 106204 w 145446"/>
                <a:gd name="connsiteY4" fmla="*/ 140113 h 199739"/>
                <a:gd name="connsiteX5" fmla="*/ 80010 w 145446"/>
                <a:gd name="connsiteY5" fmla="*/ 115729 h 199739"/>
                <a:gd name="connsiteX6" fmla="*/ 77534 w 145446"/>
                <a:gd name="connsiteY6" fmla="*/ 34766 h 199739"/>
                <a:gd name="connsiteX7" fmla="*/ 39148 w 145446"/>
                <a:gd name="connsiteY7" fmla="*/ 34766 h 199739"/>
                <a:gd name="connsiteX8" fmla="*/ 39148 w 145446"/>
                <a:gd name="connsiteY8" fmla="*/ 80772 h 199739"/>
                <a:gd name="connsiteX9" fmla="*/ 77438 w 145446"/>
                <a:gd name="connsiteY9" fmla="*/ 80772 h 199739"/>
                <a:gd name="connsiteX10" fmla="*/ 103346 w 145446"/>
                <a:gd name="connsiteY10" fmla="*/ 57817 h 199739"/>
                <a:gd name="connsiteX11" fmla="*/ 77438 w 145446"/>
                <a:gd name="connsiteY11" fmla="*/ 34862 h 199739"/>
                <a:gd name="connsiteX12" fmla="*/ 83915 w 145446"/>
                <a:gd name="connsiteY12" fmla="*/ 199739 h 199739"/>
                <a:gd name="connsiteX13" fmla="*/ 0 w 145446"/>
                <a:gd name="connsiteY13" fmla="*/ 199739 h 199739"/>
                <a:gd name="connsiteX14" fmla="*/ 0 w 145446"/>
                <a:gd name="connsiteY14" fmla="*/ 0 h 199739"/>
                <a:gd name="connsiteX15" fmla="*/ 80582 w 145446"/>
                <a:gd name="connsiteY15" fmla="*/ 0 h 199739"/>
                <a:gd name="connsiteX16" fmla="*/ 142589 w 145446"/>
                <a:gd name="connsiteY16" fmla="*/ 56102 h 199739"/>
                <a:gd name="connsiteX17" fmla="*/ 117824 w 145446"/>
                <a:gd name="connsiteY17" fmla="*/ 97345 h 199739"/>
                <a:gd name="connsiteX18" fmla="*/ 145447 w 145446"/>
                <a:gd name="connsiteY18" fmla="*/ 142208 h 199739"/>
                <a:gd name="connsiteX19" fmla="*/ 84011 w 145446"/>
                <a:gd name="connsiteY19" fmla="*/ 199644 h 19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45446" h="199739">
                  <a:moveTo>
                    <a:pt x="80010" y="115729"/>
                  </a:moveTo>
                  <a:lnTo>
                    <a:pt x="39148" y="115729"/>
                  </a:lnTo>
                  <a:lnTo>
                    <a:pt x="39148" y="164783"/>
                  </a:lnTo>
                  <a:lnTo>
                    <a:pt x="80010" y="164783"/>
                  </a:lnTo>
                  <a:cubicBezTo>
                    <a:pt x="97727" y="164783"/>
                    <a:pt x="106204" y="153543"/>
                    <a:pt x="106204" y="140113"/>
                  </a:cubicBezTo>
                  <a:cubicBezTo>
                    <a:pt x="106204" y="126683"/>
                    <a:pt x="97727" y="115729"/>
                    <a:pt x="80010" y="115729"/>
                  </a:cubicBezTo>
                  <a:moveTo>
                    <a:pt x="77534" y="34766"/>
                  </a:moveTo>
                  <a:lnTo>
                    <a:pt x="39148" y="34766"/>
                  </a:lnTo>
                  <a:lnTo>
                    <a:pt x="39148" y="80772"/>
                  </a:lnTo>
                  <a:lnTo>
                    <a:pt x="77438" y="80772"/>
                  </a:lnTo>
                  <a:cubicBezTo>
                    <a:pt x="94012" y="80772"/>
                    <a:pt x="103346" y="71533"/>
                    <a:pt x="103346" y="57817"/>
                  </a:cubicBezTo>
                  <a:cubicBezTo>
                    <a:pt x="103346" y="44101"/>
                    <a:pt x="94107" y="34862"/>
                    <a:pt x="77438" y="34862"/>
                  </a:cubicBezTo>
                  <a:moveTo>
                    <a:pt x="83915" y="199739"/>
                  </a:moveTo>
                  <a:lnTo>
                    <a:pt x="0" y="199739"/>
                  </a:lnTo>
                  <a:lnTo>
                    <a:pt x="0" y="0"/>
                  </a:lnTo>
                  <a:lnTo>
                    <a:pt x="80582" y="0"/>
                  </a:lnTo>
                  <a:cubicBezTo>
                    <a:pt x="119729" y="0"/>
                    <a:pt x="142589" y="21908"/>
                    <a:pt x="142589" y="56102"/>
                  </a:cubicBezTo>
                  <a:cubicBezTo>
                    <a:pt x="142589" y="78200"/>
                    <a:pt x="127921" y="92583"/>
                    <a:pt x="117824" y="97345"/>
                  </a:cubicBezTo>
                  <a:cubicBezTo>
                    <a:pt x="129921" y="102965"/>
                    <a:pt x="145447" y="115538"/>
                    <a:pt x="145447" y="142208"/>
                  </a:cubicBezTo>
                  <a:cubicBezTo>
                    <a:pt x="145447" y="179451"/>
                    <a:pt x="119825" y="199644"/>
                    <a:pt x="84011" y="19964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B0B9A8DE-2358-1F1D-BF67-4CD24D7BFEAC}"/>
                </a:ext>
              </a:extLst>
            </p:cNvPr>
            <p:cNvSpPr/>
            <p:nvPr/>
          </p:nvSpPr>
          <p:spPr>
            <a:xfrm>
              <a:off x="9085505" y="1046635"/>
              <a:ext cx="147828" cy="202977"/>
            </a:xfrm>
            <a:custGeom>
              <a:avLst/>
              <a:gdLst>
                <a:gd name="connsiteX0" fmla="*/ 73247 w 147828"/>
                <a:gd name="connsiteY0" fmla="*/ 202978 h 202977"/>
                <a:gd name="connsiteX1" fmla="*/ 0 w 147828"/>
                <a:gd name="connsiteY1" fmla="*/ 176593 h 202977"/>
                <a:gd name="connsiteX2" fmla="*/ 25337 w 147828"/>
                <a:gd name="connsiteY2" fmla="*/ 151352 h 202977"/>
                <a:gd name="connsiteX3" fmla="*/ 73819 w 147828"/>
                <a:gd name="connsiteY3" fmla="*/ 168212 h 202977"/>
                <a:gd name="connsiteX4" fmla="*/ 109347 w 147828"/>
                <a:gd name="connsiteY4" fmla="*/ 143542 h 202977"/>
                <a:gd name="connsiteX5" fmla="*/ 103156 w 147828"/>
                <a:gd name="connsiteY5" fmla="*/ 126683 h 202977"/>
                <a:gd name="connsiteX6" fmla="*/ 85439 w 147828"/>
                <a:gd name="connsiteY6" fmla="*/ 119729 h 202977"/>
                <a:gd name="connsiteX7" fmla="*/ 61246 w 147828"/>
                <a:gd name="connsiteY7" fmla="*/ 116396 h 202977"/>
                <a:gd name="connsiteX8" fmla="*/ 22384 w 147828"/>
                <a:gd name="connsiteY8" fmla="*/ 99822 h 202977"/>
                <a:gd name="connsiteX9" fmla="*/ 8001 w 147828"/>
                <a:gd name="connsiteY9" fmla="*/ 60579 h 202977"/>
                <a:gd name="connsiteX10" fmla="*/ 77915 w 147828"/>
                <a:gd name="connsiteY10" fmla="*/ 0 h 202977"/>
                <a:gd name="connsiteX11" fmla="*/ 142685 w 147828"/>
                <a:gd name="connsiteY11" fmla="*/ 23336 h 202977"/>
                <a:gd name="connsiteX12" fmla="*/ 117920 w 147828"/>
                <a:gd name="connsiteY12" fmla="*/ 47720 h 202977"/>
                <a:gd name="connsiteX13" fmla="*/ 76772 w 147828"/>
                <a:gd name="connsiteY13" fmla="*/ 34004 h 202977"/>
                <a:gd name="connsiteX14" fmla="*/ 45815 w 147828"/>
                <a:gd name="connsiteY14" fmla="*/ 59246 h 202977"/>
                <a:gd name="connsiteX15" fmla="*/ 51721 w 147828"/>
                <a:gd name="connsiteY15" fmla="*/ 73533 h 202977"/>
                <a:gd name="connsiteX16" fmla="*/ 70295 w 147828"/>
                <a:gd name="connsiteY16" fmla="*/ 81344 h 202977"/>
                <a:gd name="connsiteX17" fmla="*/ 94012 w 147828"/>
                <a:gd name="connsiteY17" fmla="*/ 84677 h 202977"/>
                <a:gd name="connsiteX18" fmla="*/ 132302 w 147828"/>
                <a:gd name="connsiteY18" fmla="*/ 100108 h 202977"/>
                <a:gd name="connsiteX19" fmla="*/ 147828 w 147828"/>
                <a:gd name="connsiteY19" fmla="*/ 142399 h 202977"/>
                <a:gd name="connsiteX20" fmla="*/ 73438 w 147828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828" h="202977">
                  <a:moveTo>
                    <a:pt x="73247" y="202978"/>
                  </a:moveTo>
                  <a:cubicBezTo>
                    <a:pt x="42863" y="202978"/>
                    <a:pt x="19717" y="196501"/>
                    <a:pt x="0" y="176593"/>
                  </a:cubicBezTo>
                  <a:lnTo>
                    <a:pt x="25337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347" y="159544"/>
                    <a:pt x="109347" y="143542"/>
                  </a:cubicBezTo>
                  <a:cubicBezTo>
                    <a:pt x="109347" y="136589"/>
                    <a:pt x="107347" y="130683"/>
                    <a:pt x="103156" y="126683"/>
                  </a:cubicBezTo>
                  <a:cubicBezTo>
                    <a:pt x="99251" y="123063"/>
                    <a:pt x="94679" y="121063"/>
                    <a:pt x="85439" y="119729"/>
                  </a:cubicBezTo>
                  <a:lnTo>
                    <a:pt x="61246" y="116396"/>
                  </a:lnTo>
                  <a:cubicBezTo>
                    <a:pt x="44101" y="113919"/>
                    <a:pt x="31337" y="108585"/>
                    <a:pt x="22384" y="99822"/>
                  </a:cubicBezTo>
                  <a:cubicBezTo>
                    <a:pt x="12764" y="90297"/>
                    <a:pt x="8001" y="77438"/>
                    <a:pt x="8001" y="60579"/>
                  </a:cubicBezTo>
                  <a:cubicBezTo>
                    <a:pt x="8001" y="24956"/>
                    <a:pt x="34481" y="0"/>
                    <a:pt x="77915" y="0"/>
                  </a:cubicBezTo>
                  <a:cubicBezTo>
                    <a:pt x="105537" y="0"/>
                    <a:pt x="125540" y="6763"/>
                    <a:pt x="142685" y="23336"/>
                  </a:cubicBezTo>
                  <a:lnTo>
                    <a:pt x="117920" y="47720"/>
                  </a:lnTo>
                  <a:cubicBezTo>
                    <a:pt x="105251" y="35719"/>
                    <a:pt x="90011" y="34004"/>
                    <a:pt x="76772" y="34004"/>
                  </a:cubicBezTo>
                  <a:cubicBezTo>
                    <a:pt x="55912" y="34004"/>
                    <a:pt x="45815" y="45434"/>
                    <a:pt x="45815" y="59246"/>
                  </a:cubicBezTo>
                  <a:cubicBezTo>
                    <a:pt x="45815" y="64294"/>
                    <a:pt x="47530" y="69628"/>
                    <a:pt x="51721" y="73533"/>
                  </a:cubicBezTo>
                  <a:cubicBezTo>
                    <a:pt x="55721" y="77153"/>
                    <a:pt x="62198" y="80296"/>
                    <a:pt x="70295" y="81344"/>
                  </a:cubicBezTo>
                  <a:lnTo>
                    <a:pt x="94012" y="84677"/>
                  </a:lnTo>
                  <a:cubicBezTo>
                    <a:pt x="112300" y="87249"/>
                    <a:pt x="123920" y="92202"/>
                    <a:pt x="132302" y="100108"/>
                  </a:cubicBezTo>
                  <a:cubicBezTo>
                    <a:pt x="142970" y="110204"/>
                    <a:pt x="147828" y="124778"/>
                    <a:pt x="147828" y="142399"/>
                  </a:cubicBezTo>
                  <a:cubicBezTo>
                    <a:pt x="147828" y="181070"/>
                    <a:pt x="115443" y="202978"/>
                    <a:pt x="73438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6D40D62B-4511-F4EC-90F8-79118E90C2E4}"/>
                </a:ext>
              </a:extLst>
            </p:cNvPr>
            <p:cNvSpPr/>
            <p:nvPr/>
          </p:nvSpPr>
          <p:spPr>
            <a:xfrm>
              <a:off x="9275815" y="1046635"/>
              <a:ext cx="147542" cy="202977"/>
            </a:xfrm>
            <a:custGeom>
              <a:avLst/>
              <a:gdLst>
                <a:gd name="connsiteX0" fmla="*/ 73247 w 147542"/>
                <a:gd name="connsiteY0" fmla="*/ 202978 h 202977"/>
                <a:gd name="connsiteX1" fmla="*/ 0 w 147542"/>
                <a:gd name="connsiteY1" fmla="*/ 176593 h 202977"/>
                <a:gd name="connsiteX2" fmla="*/ 25336 w 147542"/>
                <a:gd name="connsiteY2" fmla="*/ 151352 h 202977"/>
                <a:gd name="connsiteX3" fmla="*/ 73819 w 147542"/>
                <a:gd name="connsiteY3" fmla="*/ 168212 h 202977"/>
                <a:gd name="connsiteX4" fmla="*/ 109252 w 147542"/>
                <a:gd name="connsiteY4" fmla="*/ 143542 h 202977"/>
                <a:gd name="connsiteX5" fmla="*/ 103061 w 147542"/>
                <a:gd name="connsiteY5" fmla="*/ 126683 h 202977"/>
                <a:gd name="connsiteX6" fmla="*/ 85344 w 147542"/>
                <a:gd name="connsiteY6" fmla="*/ 119729 h 202977"/>
                <a:gd name="connsiteX7" fmla="*/ 61055 w 147542"/>
                <a:gd name="connsiteY7" fmla="*/ 116396 h 202977"/>
                <a:gd name="connsiteX8" fmla="*/ 22193 w 147542"/>
                <a:gd name="connsiteY8" fmla="*/ 99822 h 202977"/>
                <a:gd name="connsiteX9" fmla="*/ 7810 w 147542"/>
                <a:gd name="connsiteY9" fmla="*/ 60579 h 202977"/>
                <a:gd name="connsiteX10" fmla="*/ 77629 w 147542"/>
                <a:gd name="connsiteY10" fmla="*/ 0 h 202977"/>
                <a:gd name="connsiteX11" fmla="*/ 142494 w 147542"/>
                <a:gd name="connsiteY11" fmla="*/ 23336 h 202977"/>
                <a:gd name="connsiteX12" fmla="*/ 117634 w 147542"/>
                <a:gd name="connsiteY12" fmla="*/ 47720 h 202977"/>
                <a:gd name="connsiteX13" fmla="*/ 76486 w 147542"/>
                <a:gd name="connsiteY13" fmla="*/ 34004 h 202977"/>
                <a:gd name="connsiteX14" fmla="*/ 45529 w 147542"/>
                <a:gd name="connsiteY14" fmla="*/ 59246 h 202977"/>
                <a:gd name="connsiteX15" fmla="*/ 51435 w 147542"/>
                <a:gd name="connsiteY15" fmla="*/ 73533 h 202977"/>
                <a:gd name="connsiteX16" fmla="*/ 70009 w 147542"/>
                <a:gd name="connsiteY16" fmla="*/ 81344 h 202977"/>
                <a:gd name="connsiteX17" fmla="*/ 93726 w 147542"/>
                <a:gd name="connsiteY17" fmla="*/ 84677 h 202977"/>
                <a:gd name="connsiteX18" fmla="*/ 132017 w 147542"/>
                <a:gd name="connsiteY18" fmla="*/ 100108 h 202977"/>
                <a:gd name="connsiteX19" fmla="*/ 147542 w 147542"/>
                <a:gd name="connsiteY19" fmla="*/ 142399 h 202977"/>
                <a:gd name="connsiteX20" fmla="*/ 73152 w 147542"/>
                <a:gd name="connsiteY20" fmla="*/ 202978 h 20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7542" h="202977">
                  <a:moveTo>
                    <a:pt x="73247" y="202978"/>
                  </a:moveTo>
                  <a:cubicBezTo>
                    <a:pt x="42767" y="202978"/>
                    <a:pt x="19717" y="196501"/>
                    <a:pt x="0" y="176593"/>
                  </a:cubicBezTo>
                  <a:lnTo>
                    <a:pt x="25336" y="151352"/>
                  </a:lnTo>
                  <a:cubicBezTo>
                    <a:pt x="38005" y="164021"/>
                    <a:pt x="55150" y="168212"/>
                    <a:pt x="73819" y="168212"/>
                  </a:cubicBezTo>
                  <a:cubicBezTo>
                    <a:pt x="96965" y="168212"/>
                    <a:pt x="109252" y="159544"/>
                    <a:pt x="109252" y="143542"/>
                  </a:cubicBezTo>
                  <a:cubicBezTo>
                    <a:pt x="109252" y="136589"/>
                    <a:pt x="107347" y="130683"/>
                    <a:pt x="103061" y="126683"/>
                  </a:cubicBezTo>
                  <a:cubicBezTo>
                    <a:pt x="99155" y="123063"/>
                    <a:pt x="94583" y="121063"/>
                    <a:pt x="85344" y="119729"/>
                  </a:cubicBezTo>
                  <a:lnTo>
                    <a:pt x="61055" y="116396"/>
                  </a:lnTo>
                  <a:cubicBezTo>
                    <a:pt x="43910" y="113919"/>
                    <a:pt x="31242" y="108585"/>
                    <a:pt x="22193" y="99822"/>
                  </a:cubicBezTo>
                  <a:cubicBezTo>
                    <a:pt x="12573" y="90297"/>
                    <a:pt x="7810" y="77438"/>
                    <a:pt x="7810" y="60579"/>
                  </a:cubicBezTo>
                  <a:cubicBezTo>
                    <a:pt x="7810" y="24956"/>
                    <a:pt x="34290" y="0"/>
                    <a:pt x="77629" y="0"/>
                  </a:cubicBezTo>
                  <a:cubicBezTo>
                    <a:pt x="105251" y="0"/>
                    <a:pt x="125254" y="6763"/>
                    <a:pt x="142494" y="23336"/>
                  </a:cubicBezTo>
                  <a:lnTo>
                    <a:pt x="117634" y="47720"/>
                  </a:lnTo>
                  <a:cubicBezTo>
                    <a:pt x="104965" y="35719"/>
                    <a:pt x="89725" y="34004"/>
                    <a:pt x="76486" y="34004"/>
                  </a:cubicBezTo>
                  <a:cubicBezTo>
                    <a:pt x="55626" y="34004"/>
                    <a:pt x="45529" y="45434"/>
                    <a:pt x="45529" y="59246"/>
                  </a:cubicBezTo>
                  <a:cubicBezTo>
                    <a:pt x="45529" y="64294"/>
                    <a:pt x="47244" y="69628"/>
                    <a:pt x="51435" y="73533"/>
                  </a:cubicBezTo>
                  <a:cubicBezTo>
                    <a:pt x="55340" y="77153"/>
                    <a:pt x="61913" y="80296"/>
                    <a:pt x="70009" y="81344"/>
                  </a:cubicBezTo>
                  <a:lnTo>
                    <a:pt x="93726" y="84677"/>
                  </a:lnTo>
                  <a:cubicBezTo>
                    <a:pt x="112014" y="87249"/>
                    <a:pt x="123634" y="92202"/>
                    <a:pt x="132017" y="100108"/>
                  </a:cubicBezTo>
                  <a:cubicBezTo>
                    <a:pt x="142684" y="110204"/>
                    <a:pt x="147542" y="124778"/>
                    <a:pt x="147542" y="142399"/>
                  </a:cubicBezTo>
                  <a:cubicBezTo>
                    <a:pt x="147542" y="181070"/>
                    <a:pt x="115157" y="202978"/>
                    <a:pt x="73152" y="20297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E4A85883-3F46-2DF0-ABCF-4EB8D171D5E6}"/>
                </a:ext>
              </a:extLst>
            </p:cNvPr>
            <p:cNvSpPr/>
            <p:nvPr/>
          </p:nvSpPr>
          <p:spPr>
            <a:xfrm>
              <a:off x="9458123" y="1048349"/>
              <a:ext cx="176974" cy="199644"/>
            </a:xfrm>
            <a:custGeom>
              <a:avLst/>
              <a:gdLst>
                <a:gd name="connsiteX0" fmla="*/ 89249 w 176974"/>
                <a:gd name="connsiteY0" fmla="*/ 58865 h 199644"/>
                <a:gd name="connsiteX1" fmla="*/ 63817 w 176974"/>
                <a:gd name="connsiteY1" fmla="*/ 131445 h 199644"/>
                <a:gd name="connsiteX2" fmla="*/ 113729 w 176974"/>
                <a:gd name="connsiteY2" fmla="*/ 131445 h 199644"/>
                <a:gd name="connsiteX3" fmla="*/ 89249 w 176974"/>
                <a:gd name="connsiteY3" fmla="*/ 58865 h 199644"/>
                <a:gd name="connsiteX4" fmla="*/ 136017 w 176974"/>
                <a:gd name="connsiteY4" fmla="*/ 199644 h 199644"/>
                <a:gd name="connsiteX5" fmla="*/ 124206 w 176974"/>
                <a:gd name="connsiteY5" fmla="*/ 164306 h 199644"/>
                <a:gd name="connsiteX6" fmla="*/ 52959 w 176974"/>
                <a:gd name="connsiteY6" fmla="*/ 164306 h 199644"/>
                <a:gd name="connsiteX7" fmla="*/ 40862 w 176974"/>
                <a:gd name="connsiteY7" fmla="*/ 199644 h 199644"/>
                <a:gd name="connsiteX8" fmla="*/ 0 w 176974"/>
                <a:gd name="connsiteY8" fmla="*/ 199644 h 199644"/>
                <a:gd name="connsiteX9" fmla="*/ 72961 w 176974"/>
                <a:gd name="connsiteY9" fmla="*/ 0 h 199644"/>
                <a:gd name="connsiteX10" fmla="*/ 103727 w 176974"/>
                <a:gd name="connsiteY10" fmla="*/ 0 h 199644"/>
                <a:gd name="connsiteX11" fmla="*/ 176975 w 176974"/>
                <a:gd name="connsiteY11" fmla="*/ 199644 h 199644"/>
                <a:gd name="connsiteX12" fmla="*/ 136112 w 176974"/>
                <a:gd name="connsiteY12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6974" h="199644">
                  <a:moveTo>
                    <a:pt x="89249" y="58865"/>
                  </a:moveTo>
                  <a:lnTo>
                    <a:pt x="63817" y="131445"/>
                  </a:lnTo>
                  <a:lnTo>
                    <a:pt x="113729" y="131445"/>
                  </a:lnTo>
                  <a:lnTo>
                    <a:pt x="89249" y="58865"/>
                  </a:lnTo>
                  <a:close/>
                  <a:moveTo>
                    <a:pt x="136017" y="199644"/>
                  </a:moveTo>
                  <a:lnTo>
                    <a:pt x="124206" y="164306"/>
                  </a:lnTo>
                  <a:lnTo>
                    <a:pt x="52959" y="164306"/>
                  </a:lnTo>
                  <a:lnTo>
                    <a:pt x="40862" y="199644"/>
                  </a:lnTo>
                  <a:lnTo>
                    <a:pt x="0" y="199644"/>
                  </a:lnTo>
                  <a:lnTo>
                    <a:pt x="72961" y="0"/>
                  </a:lnTo>
                  <a:lnTo>
                    <a:pt x="103727" y="0"/>
                  </a:lnTo>
                  <a:lnTo>
                    <a:pt x="176975" y="199644"/>
                  </a:lnTo>
                  <a:lnTo>
                    <a:pt x="136112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30DCD858-30BF-6FED-6ECD-412D9ED240D8}"/>
                </a:ext>
              </a:extLst>
            </p:cNvPr>
            <p:cNvSpPr/>
            <p:nvPr/>
          </p:nvSpPr>
          <p:spPr>
            <a:xfrm>
              <a:off x="9683485" y="1048349"/>
              <a:ext cx="151828" cy="199644"/>
            </a:xfrm>
            <a:custGeom>
              <a:avLst/>
              <a:gdLst>
                <a:gd name="connsiteX0" fmla="*/ 76105 w 151828"/>
                <a:gd name="connsiteY0" fmla="*/ 34766 h 199644"/>
                <a:gd name="connsiteX1" fmla="*/ 39148 w 151828"/>
                <a:gd name="connsiteY1" fmla="*/ 34766 h 199644"/>
                <a:gd name="connsiteX2" fmla="*/ 39148 w 151828"/>
                <a:gd name="connsiteY2" fmla="*/ 87440 h 199644"/>
                <a:gd name="connsiteX3" fmla="*/ 76105 w 151828"/>
                <a:gd name="connsiteY3" fmla="*/ 87440 h 199644"/>
                <a:gd name="connsiteX4" fmla="*/ 104585 w 151828"/>
                <a:gd name="connsiteY4" fmla="*/ 61055 h 199644"/>
                <a:gd name="connsiteX5" fmla="*/ 76105 w 151828"/>
                <a:gd name="connsiteY5" fmla="*/ 34671 h 199644"/>
                <a:gd name="connsiteX6" fmla="*/ 106490 w 151828"/>
                <a:gd name="connsiteY6" fmla="*/ 199549 h 199644"/>
                <a:gd name="connsiteX7" fmla="*/ 67342 w 151828"/>
                <a:gd name="connsiteY7" fmla="*/ 119920 h 199644"/>
                <a:gd name="connsiteX8" fmla="*/ 39148 w 151828"/>
                <a:gd name="connsiteY8" fmla="*/ 119920 h 199644"/>
                <a:gd name="connsiteX9" fmla="*/ 39148 w 151828"/>
                <a:gd name="connsiteY9" fmla="*/ 199549 h 199644"/>
                <a:gd name="connsiteX10" fmla="*/ 0 w 151828"/>
                <a:gd name="connsiteY10" fmla="*/ 199549 h 199644"/>
                <a:gd name="connsiteX11" fmla="*/ 0 w 151828"/>
                <a:gd name="connsiteY11" fmla="*/ 0 h 199644"/>
                <a:gd name="connsiteX12" fmla="*/ 78581 w 151828"/>
                <a:gd name="connsiteY12" fmla="*/ 0 h 199644"/>
                <a:gd name="connsiteX13" fmla="*/ 143637 w 151828"/>
                <a:gd name="connsiteY13" fmla="*/ 61151 h 199644"/>
                <a:gd name="connsiteX14" fmla="*/ 106966 w 151828"/>
                <a:gd name="connsiteY14" fmla="*/ 113538 h 199644"/>
                <a:gd name="connsiteX15" fmla="*/ 151829 w 151828"/>
                <a:gd name="connsiteY15" fmla="*/ 199644 h 199644"/>
                <a:gd name="connsiteX16" fmla="*/ 106490 w 151828"/>
                <a:gd name="connsiteY16" fmla="*/ 199644 h 19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828" h="199644">
                  <a:moveTo>
                    <a:pt x="76105" y="34766"/>
                  </a:moveTo>
                  <a:lnTo>
                    <a:pt x="39148" y="34766"/>
                  </a:lnTo>
                  <a:lnTo>
                    <a:pt x="39148" y="87440"/>
                  </a:lnTo>
                  <a:lnTo>
                    <a:pt x="76105" y="87440"/>
                  </a:lnTo>
                  <a:cubicBezTo>
                    <a:pt x="93345" y="87440"/>
                    <a:pt x="104585" y="76486"/>
                    <a:pt x="104585" y="61055"/>
                  </a:cubicBezTo>
                  <a:cubicBezTo>
                    <a:pt x="104585" y="45625"/>
                    <a:pt x="93345" y="34671"/>
                    <a:pt x="76105" y="34671"/>
                  </a:cubicBezTo>
                  <a:moveTo>
                    <a:pt x="106490" y="199549"/>
                  </a:moveTo>
                  <a:lnTo>
                    <a:pt x="67342" y="119920"/>
                  </a:lnTo>
                  <a:lnTo>
                    <a:pt x="39148" y="119920"/>
                  </a:lnTo>
                  <a:lnTo>
                    <a:pt x="39148" y="199549"/>
                  </a:lnTo>
                  <a:lnTo>
                    <a:pt x="0" y="199549"/>
                  </a:lnTo>
                  <a:lnTo>
                    <a:pt x="0" y="0"/>
                  </a:lnTo>
                  <a:lnTo>
                    <a:pt x="78581" y="0"/>
                  </a:lnTo>
                  <a:cubicBezTo>
                    <a:pt x="119444" y="0"/>
                    <a:pt x="143637" y="27813"/>
                    <a:pt x="143637" y="61151"/>
                  </a:cubicBezTo>
                  <a:cubicBezTo>
                    <a:pt x="143637" y="89154"/>
                    <a:pt x="126492" y="106585"/>
                    <a:pt x="106966" y="113538"/>
                  </a:cubicBezTo>
                  <a:lnTo>
                    <a:pt x="151829" y="199644"/>
                  </a:lnTo>
                  <a:lnTo>
                    <a:pt x="106490" y="1996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340BE505-4F64-38A1-D57F-11EFD7CC5062}"/>
                </a:ext>
              </a:extLst>
            </p:cNvPr>
            <p:cNvSpPr/>
            <p:nvPr/>
          </p:nvSpPr>
          <p:spPr>
            <a:xfrm>
              <a:off x="9891035" y="1048349"/>
              <a:ext cx="145702" cy="199548"/>
            </a:xfrm>
            <a:custGeom>
              <a:avLst/>
              <a:gdLst>
                <a:gd name="connsiteX0" fmla="*/ 98012 w 145702"/>
                <a:gd name="connsiteY0" fmla="*/ 47149 h 199548"/>
                <a:gd name="connsiteX1" fmla="*/ 68675 w 145702"/>
                <a:gd name="connsiteY1" fmla="*/ 34766 h 199548"/>
                <a:gd name="connsiteX2" fmla="*/ 39148 w 145702"/>
                <a:gd name="connsiteY2" fmla="*/ 34766 h 199548"/>
                <a:gd name="connsiteX3" fmla="*/ 39148 w 145702"/>
                <a:gd name="connsiteY3" fmla="*/ 164878 h 199548"/>
                <a:gd name="connsiteX4" fmla="*/ 68675 w 145702"/>
                <a:gd name="connsiteY4" fmla="*/ 164878 h 199548"/>
                <a:gd name="connsiteX5" fmla="*/ 98012 w 145702"/>
                <a:gd name="connsiteY5" fmla="*/ 152495 h 199548"/>
                <a:gd name="connsiteX6" fmla="*/ 106489 w 145702"/>
                <a:gd name="connsiteY6" fmla="*/ 98965 h 199548"/>
                <a:gd name="connsiteX7" fmla="*/ 98012 w 145702"/>
                <a:gd name="connsiteY7" fmla="*/ 47054 h 199548"/>
                <a:gd name="connsiteX8" fmla="*/ 125349 w 145702"/>
                <a:gd name="connsiteY8" fmla="*/ 180499 h 199548"/>
                <a:gd name="connsiteX9" fmla="*/ 72390 w 145702"/>
                <a:gd name="connsiteY9" fmla="*/ 199549 h 199548"/>
                <a:gd name="connsiteX10" fmla="*/ 0 w 145702"/>
                <a:gd name="connsiteY10" fmla="*/ 199549 h 199548"/>
                <a:gd name="connsiteX11" fmla="*/ 0 w 145702"/>
                <a:gd name="connsiteY11" fmla="*/ 0 h 199548"/>
                <a:gd name="connsiteX12" fmla="*/ 72390 w 145702"/>
                <a:gd name="connsiteY12" fmla="*/ 0 h 199548"/>
                <a:gd name="connsiteX13" fmla="*/ 125349 w 145702"/>
                <a:gd name="connsiteY13" fmla="*/ 19050 h 199548"/>
                <a:gd name="connsiteX14" fmla="*/ 145637 w 145702"/>
                <a:gd name="connsiteY14" fmla="*/ 98965 h 199548"/>
                <a:gd name="connsiteX15" fmla="*/ 125349 w 145702"/>
                <a:gd name="connsiteY15" fmla="*/ 180499 h 199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702" h="199548">
                  <a:moveTo>
                    <a:pt x="98012" y="47149"/>
                  </a:moveTo>
                  <a:cubicBezTo>
                    <a:pt x="91250" y="39053"/>
                    <a:pt x="82201" y="34766"/>
                    <a:pt x="68675" y="34766"/>
                  </a:cubicBezTo>
                  <a:lnTo>
                    <a:pt x="39148" y="34766"/>
                  </a:lnTo>
                  <a:lnTo>
                    <a:pt x="39148" y="164878"/>
                  </a:lnTo>
                  <a:lnTo>
                    <a:pt x="68675" y="164878"/>
                  </a:lnTo>
                  <a:cubicBezTo>
                    <a:pt x="82201" y="164878"/>
                    <a:pt x="91250" y="160687"/>
                    <a:pt x="98012" y="152495"/>
                  </a:cubicBezTo>
                  <a:cubicBezTo>
                    <a:pt x="105346" y="143542"/>
                    <a:pt x="106489" y="129254"/>
                    <a:pt x="106489" y="98965"/>
                  </a:cubicBezTo>
                  <a:cubicBezTo>
                    <a:pt x="106489" y="68675"/>
                    <a:pt x="105346" y="56007"/>
                    <a:pt x="98012" y="47054"/>
                  </a:cubicBezTo>
                  <a:moveTo>
                    <a:pt x="125349" y="180499"/>
                  </a:moveTo>
                  <a:cubicBezTo>
                    <a:pt x="112109" y="193739"/>
                    <a:pt x="93250" y="199549"/>
                    <a:pt x="72390" y="199549"/>
                  </a:cubicBezTo>
                  <a:lnTo>
                    <a:pt x="0" y="199549"/>
                  </a:lnTo>
                  <a:lnTo>
                    <a:pt x="0" y="0"/>
                  </a:lnTo>
                  <a:lnTo>
                    <a:pt x="72390" y="0"/>
                  </a:lnTo>
                  <a:cubicBezTo>
                    <a:pt x="93250" y="0"/>
                    <a:pt x="112109" y="5906"/>
                    <a:pt x="125349" y="19050"/>
                  </a:cubicBezTo>
                  <a:cubicBezTo>
                    <a:pt x="147923" y="41434"/>
                    <a:pt x="145637" y="68961"/>
                    <a:pt x="145637" y="98965"/>
                  </a:cubicBezTo>
                  <a:cubicBezTo>
                    <a:pt x="145637" y="128969"/>
                    <a:pt x="147923" y="158115"/>
                    <a:pt x="125349" y="1804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4D1C5FB0-B2FF-E1AC-7E7D-F24803F9DC0C}"/>
                </a:ext>
              </a:extLst>
            </p:cNvPr>
            <p:cNvSpPr/>
            <p:nvPr/>
          </p:nvSpPr>
          <p:spPr>
            <a:xfrm>
              <a:off x="8861763" y="1041609"/>
              <a:ext cx="136112" cy="54555"/>
            </a:xfrm>
            <a:custGeom>
              <a:avLst/>
              <a:gdLst>
                <a:gd name="connsiteX0" fmla="*/ 110776 w 136112"/>
                <a:gd name="connsiteY0" fmla="*/ 47984 h 54555"/>
                <a:gd name="connsiteX1" fmla="*/ 136112 w 136112"/>
                <a:gd name="connsiteY1" fmla="*/ 19694 h 54555"/>
                <a:gd name="connsiteX2" fmla="*/ 0 w 136112"/>
                <a:gd name="connsiteY2" fmla="*/ 29505 h 54555"/>
                <a:gd name="connsiteX3" fmla="*/ 28289 w 136112"/>
                <a:gd name="connsiteY3" fmla="*/ 54556 h 54555"/>
                <a:gd name="connsiteX4" fmla="*/ 110871 w 136112"/>
                <a:gd name="connsiteY4" fmla="*/ 47888 h 5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112" h="54555">
                  <a:moveTo>
                    <a:pt x="110776" y="47984"/>
                  </a:moveTo>
                  <a:lnTo>
                    <a:pt x="136112" y="19694"/>
                  </a:lnTo>
                  <a:cubicBezTo>
                    <a:pt x="94488" y="-9833"/>
                    <a:pt x="37052" y="-5833"/>
                    <a:pt x="0" y="29505"/>
                  </a:cubicBezTo>
                  <a:lnTo>
                    <a:pt x="28289" y="54556"/>
                  </a:lnTo>
                  <a:cubicBezTo>
                    <a:pt x="51244" y="34458"/>
                    <a:pt x="85058" y="31886"/>
                    <a:pt x="110871" y="47888"/>
                  </a:cubicBezTo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2F0DDE4F-A9E6-33DA-910E-0AFC09BC7B86}"/>
                </a:ext>
              </a:extLst>
            </p:cNvPr>
            <p:cNvSpPr/>
            <p:nvPr/>
          </p:nvSpPr>
          <p:spPr>
            <a:xfrm>
              <a:off x="8990065" y="1076734"/>
              <a:ext cx="52768" cy="135731"/>
            </a:xfrm>
            <a:custGeom>
              <a:avLst/>
              <a:gdLst>
                <a:gd name="connsiteX0" fmla="*/ 2667 w 52768"/>
                <a:gd name="connsiteY0" fmla="*/ 110585 h 135731"/>
                <a:gd name="connsiteX1" fmla="*/ 30956 w 52768"/>
                <a:gd name="connsiteY1" fmla="*/ 135731 h 135731"/>
                <a:gd name="connsiteX2" fmla="*/ 52768 w 52768"/>
                <a:gd name="connsiteY2" fmla="*/ 71342 h 135731"/>
                <a:gd name="connsiteX3" fmla="*/ 25336 w 52768"/>
                <a:gd name="connsiteY3" fmla="*/ 0 h 135731"/>
                <a:gd name="connsiteX4" fmla="*/ 0 w 52768"/>
                <a:gd name="connsiteY4" fmla="*/ 28289 h 135731"/>
                <a:gd name="connsiteX5" fmla="*/ 2762 w 52768"/>
                <a:gd name="connsiteY5" fmla="*/ 110681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68" h="135731">
                  <a:moveTo>
                    <a:pt x="2667" y="110585"/>
                  </a:moveTo>
                  <a:lnTo>
                    <a:pt x="30956" y="135731"/>
                  </a:lnTo>
                  <a:cubicBezTo>
                    <a:pt x="45529" y="116681"/>
                    <a:pt x="52768" y="94012"/>
                    <a:pt x="52768" y="71342"/>
                  </a:cubicBezTo>
                  <a:cubicBezTo>
                    <a:pt x="52768" y="45625"/>
                    <a:pt x="43529" y="20098"/>
                    <a:pt x="25336" y="0"/>
                  </a:cubicBezTo>
                  <a:lnTo>
                    <a:pt x="0" y="28289"/>
                  </a:lnTo>
                  <a:cubicBezTo>
                    <a:pt x="18955" y="52007"/>
                    <a:pt x="20288" y="85630"/>
                    <a:pt x="2762" y="110681"/>
                  </a:cubicBezTo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DFF4D44-EB7F-C7D8-5626-2CBB539EEEE3}"/>
                </a:ext>
              </a:extLst>
            </p:cNvPr>
            <p:cNvSpPr/>
            <p:nvPr/>
          </p:nvSpPr>
          <p:spPr>
            <a:xfrm>
              <a:off x="8828821" y="1088926"/>
              <a:ext cx="176197" cy="165523"/>
            </a:xfrm>
            <a:custGeom>
              <a:avLst/>
              <a:gdLst>
                <a:gd name="connsiteX0" fmla="*/ 60850 w 176197"/>
                <a:gd name="connsiteY0" fmla="*/ 110585 h 165523"/>
                <a:gd name="connsiteX1" fmla="*/ 37799 w 176197"/>
                <a:gd name="connsiteY1" fmla="*/ 63056 h 165523"/>
                <a:gd name="connsiteX2" fmla="*/ 46562 w 176197"/>
                <a:gd name="connsiteY2" fmla="*/ 25336 h 165523"/>
                <a:gd name="connsiteX3" fmla="*/ 17987 w 176197"/>
                <a:gd name="connsiteY3" fmla="*/ 0 h 165523"/>
                <a:gd name="connsiteX4" fmla="*/ 176 w 176197"/>
                <a:gd name="connsiteY4" fmla="*/ 65151 h 165523"/>
                <a:gd name="connsiteX5" fmla="*/ 35799 w 176197"/>
                <a:gd name="connsiteY5" fmla="*/ 138589 h 165523"/>
                <a:gd name="connsiteX6" fmla="*/ 176198 w 176197"/>
                <a:gd name="connsiteY6" fmla="*/ 140303 h 165523"/>
                <a:gd name="connsiteX7" fmla="*/ 147623 w 176197"/>
                <a:gd name="connsiteY7" fmla="*/ 114967 h 165523"/>
                <a:gd name="connsiteX8" fmla="*/ 60945 w 176197"/>
                <a:gd name="connsiteY8" fmla="*/ 110490 h 165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197" h="165523">
                  <a:moveTo>
                    <a:pt x="60850" y="110585"/>
                  </a:moveTo>
                  <a:cubicBezTo>
                    <a:pt x="47039" y="98298"/>
                    <a:pt x="38847" y="81439"/>
                    <a:pt x="37799" y="63056"/>
                  </a:cubicBezTo>
                  <a:cubicBezTo>
                    <a:pt x="37037" y="49720"/>
                    <a:pt x="40085" y="36767"/>
                    <a:pt x="46562" y="25336"/>
                  </a:cubicBezTo>
                  <a:lnTo>
                    <a:pt x="17987" y="0"/>
                  </a:lnTo>
                  <a:cubicBezTo>
                    <a:pt x="5129" y="19145"/>
                    <a:pt x="-1158" y="41815"/>
                    <a:pt x="176" y="65151"/>
                  </a:cubicBezTo>
                  <a:cubicBezTo>
                    <a:pt x="1795" y="93536"/>
                    <a:pt x="14463" y="119634"/>
                    <a:pt x="35799" y="138589"/>
                  </a:cubicBezTo>
                  <a:cubicBezTo>
                    <a:pt x="76090" y="174308"/>
                    <a:pt x="136193" y="174117"/>
                    <a:pt x="176198" y="140303"/>
                  </a:cubicBezTo>
                  <a:lnTo>
                    <a:pt x="147623" y="114967"/>
                  </a:lnTo>
                  <a:cubicBezTo>
                    <a:pt x="121810" y="133541"/>
                    <a:pt x="85615" y="132493"/>
                    <a:pt x="60945" y="11049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085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  <p:sldLayoutId id="2147483830" r:id="rId19"/>
    <p:sldLayoutId id="2147483831" r:id="rId20"/>
    <p:sldLayoutId id="2147483832" r:id="rId21"/>
    <p:sldLayoutId id="2147483833" r:id="rId22"/>
    <p:sldLayoutId id="2147483834" r:id="rId23"/>
    <p:sldLayoutId id="2147483835" r:id="rId24"/>
    <p:sldLayoutId id="2147483836" r:id="rId2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90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33">
          <p15:clr>
            <a:srgbClr val="F26B43"/>
          </p15:clr>
        </p15:guide>
        <p15:guide id="2" pos="3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ossard.com/eshop/ch-de/search?q=verschl%C3%BCsse" TargetMode="External"/><Relationship Id="rId13" Type="http://schemas.openxmlformats.org/officeDocument/2006/relationships/hyperlink" Target="https://southco.com/de_eu_int/search/?q=tr%C3%A4ger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hyperlink" Target="https://www.wilco.com/de/produkte/baureihen/automatisierte-dichtheitspruefung/#ccit-fuer-kleinvolumige-parenteralia-1" TargetMode="Externa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bossard.com/eshop/ch-de/bedien-und-kontrollelemente/nivellierelemente/c/03.200.100.40/" TargetMode="External"/><Relationship Id="rId11" Type="http://schemas.openxmlformats.org/officeDocument/2006/relationships/hyperlink" Target="https://www.bossard.com/eshop/ch-de/search?q=b%C3%BCgelgriffe&amp;tab=products&amp;page=1" TargetMode="External"/><Relationship Id="rId5" Type="http://schemas.openxmlformats.org/officeDocument/2006/relationships/image" Target="../media/image3.png"/><Relationship Id="rId15" Type="http://schemas.openxmlformats.org/officeDocument/2006/relationships/hyperlink" Target="https://www.bossard.com/eshop/ch-de/search?q=scharniere&amp;tab=products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www.wilco.com/de/produkte/baureihen/kombinierte-avi-und-cci-tester/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www.bossard.com/eshop/ch-de/search?q=verschl%C3%BCsse" TargetMode="External"/><Relationship Id="rId3" Type="http://schemas.openxmlformats.org/officeDocument/2006/relationships/hyperlink" Target="https://www.bossard.com/eshop/ch-de/search?q=scharniere&amp;tab=products" TargetMode="External"/><Relationship Id="rId7" Type="http://schemas.openxmlformats.org/officeDocument/2006/relationships/hyperlink" Target="https://www.bossard.com/eshop/ch-de/bedien-und-kontrollelemente/nivellierelemente/c/03.200.100.40/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10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hyperlink" Target="https://www.bossard.com/eshop/ch-de/search?q=b%C3%BCgelgriffe&amp;tab=products&amp;page=1" TargetMode="External"/><Relationship Id="rId5" Type="http://schemas.openxmlformats.org/officeDocument/2006/relationships/hyperlink" Target="https://www.bossard.com/eshop/ch-de/search?q=federnde+druckst%C3%BCcke&amp;tab=products" TargetMode="External"/><Relationship Id="rId15" Type="http://schemas.openxmlformats.org/officeDocument/2006/relationships/image" Target="../media/image13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hyperlink" Target="https://www.bossard.com/eshop/ch-de/search?q=kabelbinder%3Arelevance&amp;page=2" TargetMode="External"/><Relationship Id="rId1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fik 59">
            <a:hlinkClick r:id="rId2"/>
            <a:extLst>
              <a:ext uri="{FF2B5EF4-FFF2-40B4-BE49-F238E27FC236}">
                <a16:creationId xmlns:a16="http://schemas.microsoft.com/office/drawing/2014/main" id="{1E292682-7ED3-21BC-282F-319ACCB8C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91"/>
          <a:stretch/>
        </p:blipFill>
        <p:spPr>
          <a:xfrm>
            <a:off x="2668685" y="3389787"/>
            <a:ext cx="5754124" cy="2809503"/>
          </a:xfrm>
          <a:prstGeom prst="rect">
            <a:avLst/>
          </a:prstGeom>
        </p:spPr>
      </p:pic>
      <p:pic>
        <p:nvPicPr>
          <p:cNvPr id="7" name="Grafik 6">
            <a:hlinkClick r:id="rId4"/>
            <a:extLst>
              <a:ext uri="{FF2B5EF4-FFF2-40B4-BE49-F238E27FC236}">
                <a16:creationId xmlns:a16="http://schemas.microsoft.com/office/drawing/2014/main" id="{EA6BE5B0-7E51-A33C-9255-EF61852431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245"/>
          <a:stretch/>
        </p:blipFill>
        <p:spPr>
          <a:xfrm>
            <a:off x="2968171" y="585666"/>
            <a:ext cx="5929265" cy="34199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9401CE-7047-BF89-000F-D2ECB3F8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Übersicht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BDA9BB-2864-61DE-D048-BD115685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E3AAE-6F23-4154-927E-8D245B8E74E1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236FAF-22C2-E2FF-C39E-70B43660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Bossard 2025 Produkte Access Solution Stellfüsse und Rollen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D66A77-9815-6422-6F06-CB4C44D8B8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Products</a:t>
            </a:r>
          </a:p>
          <a:p>
            <a:endParaRPr lang="de-CH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CE8F74A-8459-57A3-F61F-090C8B9008E3}"/>
              </a:ext>
            </a:extLst>
          </p:cNvPr>
          <p:cNvGrpSpPr/>
          <p:nvPr/>
        </p:nvGrpSpPr>
        <p:grpSpPr>
          <a:xfrm>
            <a:off x="5432135" y="3442251"/>
            <a:ext cx="5990478" cy="2670265"/>
            <a:chOff x="5432135" y="3442251"/>
            <a:chExt cx="5990478" cy="2670265"/>
          </a:xfrm>
        </p:grpSpPr>
        <p:pic>
          <p:nvPicPr>
            <p:cNvPr id="18" name="Grafik 17">
              <a:hlinkClick r:id="rId6"/>
              <a:extLst>
                <a:ext uri="{FF2B5EF4-FFF2-40B4-BE49-F238E27FC236}">
                  <a16:creationId xmlns:a16="http://schemas.microsoft.com/office/drawing/2014/main" id="{CD206341-CB09-7662-5B49-22253ED66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83820" y="4665922"/>
              <a:ext cx="2638793" cy="14465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C3D48276-BFDA-4539-125B-AE2493EDE0CA}"/>
                </a:ext>
              </a:extLst>
            </p:cNvPr>
            <p:cNvSpPr/>
            <p:nvPr/>
          </p:nvSpPr>
          <p:spPr>
            <a:xfrm>
              <a:off x="5432135" y="3442251"/>
              <a:ext cx="485057" cy="42121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L="180000" marR="0" lvl="0" indent="-1800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2A0864D4-AC2B-5157-48D9-AEA65800D205}"/>
                </a:ext>
              </a:extLst>
            </p:cNvPr>
            <p:cNvCxnSpPr>
              <a:cxnSpLocks/>
              <a:stCxn id="19" idx="5"/>
              <a:endCxn id="18" idx="1"/>
            </p:cNvCxnSpPr>
            <p:nvPr/>
          </p:nvCxnSpPr>
          <p:spPr>
            <a:xfrm>
              <a:off x="5846157" y="3801776"/>
              <a:ext cx="2937663" cy="158744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DB799D18-32B2-1D40-2402-CDEE7D056B30}"/>
              </a:ext>
            </a:extLst>
          </p:cNvPr>
          <p:cNvGrpSpPr/>
          <p:nvPr/>
        </p:nvGrpSpPr>
        <p:grpSpPr>
          <a:xfrm>
            <a:off x="6996495" y="3008116"/>
            <a:ext cx="4760245" cy="1481719"/>
            <a:chOff x="6530590" y="2726635"/>
            <a:chExt cx="4760245" cy="1481719"/>
          </a:xfrm>
        </p:grpSpPr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1C6959B2-ABB6-3075-0ECD-3979453599D9}"/>
                </a:ext>
              </a:extLst>
            </p:cNvPr>
            <p:cNvGrpSpPr/>
            <p:nvPr/>
          </p:nvGrpSpPr>
          <p:grpSpPr>
            <a:xfrm>
              <a:off x="6530590" y="2822216"/>
              <a:ext cx="2121452" cy="645279"/>
              <a:chOff x="6723253" y="2256567"/>
              <a:chExt cx="2121452" cy="645279"/>
            </a:xfrm>
          </p:grpSpPr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1EC15B5D-9523-C21B-9411-C6F87FD50D79}"/>
                  </a:ext>
                </a:extLst>
              </p:cNvPr>
              <p:cNvCxnSpPr>
                <a:cxnSpLocks/>
                <a:stCxn id="58" idx="6"/>
                <a:endCxn id="51" idx="1"/>
              </p:cNvCxnSpPr>
              <p:nvPr/>
            </p:nvCxnSpPr>
            <p:spPr>
              <a:xfrm>
                <a:off x="6977790" y="2387986"/>
                <a:ext cx="1866915" cy="51386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303CB9A6-6888-E3DE-03FC-ABFCF2855170}"/>
                  </a:ext>
                </a:extLst>
              </p:cNvPr>
              <p:cNvSpPr/>
              <p:nvPr/>
            </p:nvSpPr>
            <p:spPr>
              <a:xfrm>
                <a:off x="6723253" y="2256567"/>
                <a:ext cx="254537" cy="26283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54000" rIns="90000" bIns="54000" rtlCol="0" anchor="ctr"/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de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pic>
          <p:nvPicPr>
            <p:cNvPr id="51" name="Grafik 50">
              <a:hlinkClick r:id="rId8"/>
              <a:extLst>
                <a:ext uri="{FF2B5EF4-FFF2-40B4-BE49-F238E27FC236}">
                  <a16:creationId xmlns:a16="http://schemas.microsoft.com/office/drawing/2014/main" id="{8A7416B2-02A8-C1AD-2A4E-F65D128DB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52042" y="2726635"/>
              <a:ext cx="2638793" cy="14817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2C899C99-DE94-269B-38A3-4581656134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4208" y="321546"/>
            <a:ext cx="2600688" cy="1000265"/>
          </a:xfrm>
          <a:prstGeom prst="rect">
            <a:avLst/>
          </a:prstGeom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1CFBB6B-5223-9F01-8A81-23F68E528723}"/>
              </a:ext>
            </a:extLst>
          </p:cNvPr>
          <p:cNvGrpSpPr/>
          <p:nvPr/>
        </p:nvGrpSpPr>
        <p:grpSpPr>
          <a:xfrm>
            <a:off x="272570" y="1374986"/>
            <a:ext cx="6851194" cy="3011397"/>
            <a:chOff x="8011123" y="-701884"/>
            <a:chExt cx="6851194" cy="3011397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87931227-BBF9-0092-68A7-3372BC7FAE6F}"/>
                </a:ext>
              </a:extLst>
            </p:cNvPr>
            <p:cNvCxnSpPr>
              <a:cxnSpLocks/>
              <a:stCxn id="27" idx="3"/>
              <a:endCxn id="26" idx="3"/>
            </p:cNvCxnSpPr>
            <p:nvPr/>
          </p:nvCxnSpPr>
          <p:spPr>
            <a:xfrm flipV="1">
              <a:off x="10649916" y="448919"/>
              <a:ext cx="3539710" cy="1127067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EDE124BC-0EF1-121F-711D-011D7B283AE5}"/>
                </a:ext>
              </a:extLst>
            </p:cNvPr>
            <p:cNvGrpSpPr/>
            <p:nvPr/>
          </p:nvGrpSpPr>
          <p:grpSpPr>
            <a:xfrm>
              <a:off x="8011123" y="-701884"/>
              <a:ext cx="6851194" cy="3011397"/>
              <a:chOff x="8011123" y="-701884"/>
              <a:chExt cx="6851194" cy="3011397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9AEBD360-8DE4-9BB2-7B0A-13FB9477A5FF}"/>
                  </a:ext>
                </a:extLst>
              </p:cNvPr>
              <p:cNvSpPr/>
              <p:nvPr/>
            </p:nvSpPr>
            <p:spPr>
              <a:xfrm>
                <a:off x="14074211" y="-701884"/>
                <a:ext cx="788106" cy="1348250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54000" rIns="90000" bIns="54000" rtlCol="0" anchor="ctr"/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de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27" name="Grafik 26">
                <a:hlinkClick r:id="rId11"/>
                <a:extLst>
                  <a:ext uri="{FF2B5EF4-FFF2-40B4-BE49-F238E27FC236}">
                    <a16:creationId xmlns:a16="http://schemas.microsoft.com/office/drawing/2014/main" id="{444690A2-765F-EBFD-9F38-2C5FDEA9F3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11123" y="842458"/>
                <a:ext cx="2638793" cy="146705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</p:pic>
        </p:grpSp>
      </p:grp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7A5C42BE-F60D-6548-CDCC-7A7688A8D4A9}"/>
              </a:ext>
            </a:extLst>
          </p:cNvPr>
          <p:cNvCxnSpPr>
            <a:cxnSpLocks/>
            <a:stCxn id="27" idx="3"/>
            <a:endCxn id="35" idx="3"/>
          </p:cNvCxnSpPr>
          <p:nvPr/>
        </p:nvCxnSpPr>
        <p:spPr>
          <a:xfrm flipV="1">
            <a:off x="2911363" y="2653837"/>
            <a:ext cx="944217" cy="999019"/>
          </a:xfrm>
          <a:prstGeom prst="lin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>
            <a:extLst>
              <a:ext uri="{FF2B5EF4-FFF2-40B4-BE49-F238E27FC236}">
                <a16:creationId xmlns:a16="http://schemas.microsoft.com/office/drawing/2014/main" id="{B6AFBBD5-C720-E7D7-DA34-017AA3BD08E4}"/>
              </a:ext>
            </a:extLst>
          </p:cNvPr>
          <p:cNvSpPr/>
          <p:nvPr/>
        </p:nvSpPr>
        <p:spPr>
          <a:xfrm rot="526588">
            <a:off x="3659880" y="2403387"/>
            <a:ext cx="1437922" cy="38617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54000" rIns="90000" bIns="54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7" name="Grafik 36">
            <a:hlinkClick r:id="rId13"/>
            <a:extLst>
              <a:ext uri="{FF2B5EF4-FFF2-40B4-BE49-F238E27FC236}">
                <a16:creationId xmlns:a16="http://schemas.microsoft.com/office/drawing/2014/main" id="{07E26C4E-EE71-86A6-ADE3-E7A90BEA19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172" y="1193883"/>
            <a:ext cx="2573055" cy="142781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</p:pic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174CCA42-B75A-AF7A-C86E-D9478D8A58BD}"/>
              </a:ext>
            </a:extLst>
          </p:cNvPr>
          <p:cNvCxnSpPr>
            <a:cxnSpLocks/>
            <a:stCxn id="53" idx="3"/>
            <a:endCxn id="37" idx="3"/>
          </p:cNvCxnSpPr>
          <p:nvPr/>
        </p:nvCxnSpPr>
        <p:spPr>
          <a:xfrm flipH="1">
            <a:off x="3213227" y="1711884"/>
            <a:ext cx="760753" cy="195907"/>
          </a:xfrm>
          <a:prstGeom prst="lin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3527A2F8-6FB1-424B-CE0F-D9E6D0D705DB}"/>
              </a:ext>
            </a:extLst>
          </p:cNvPr>
          <p:cNvSpPr/>
          <p:nvPr/>
        </p:nvSpPr>
        <p:spPr>
          <a:xfrm>
            <a:off x="3587509" y="539160"/>
            <a:ext cx="2638991" cy="137393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54000" rIns="90000" bIns="54000"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de-CH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CC90BC2E-684C-E635-6982-5DEEB3D2C245}"/>
              </a:ext>
            </a:extLst>
          </p:cNvPr>
          <p:cNvSpPr/>
          <p:nvPr/>
        </p:nvSpPr>
        <p:spPr>
          <a:xfrm>
            <a:off x="5732541" y="5252335"/>
            <a:ext cx="485057" cy="42121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54000" rIns="90000" bIns="54000" rtlCol="0" anchor="ctr"/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CH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DB6E904-26F0-3C37-F214-1BC7C3922D87}"/>
              </a:ext>
            </a:extLst>
          </p:cNvPr>
          <p:cNvCxnSpPr>
            <a:cxnSpLocks/>
            <a:stCxn id="70" idx="6"/>
            <a:endCxn id="18" idx="1"/>
          </p:cNvCxnSpPr>
          <p:nvPr/>
        </p:nvCxnSpPr>
        <p:spPr>
          <a:xfrm flipV="1">
            <a:off x="6217598" y="5389219"/>
            <a:ext cx="2566222" cy="73721"/>
          </a:xfrm>
          <a:prstGeom prst="lin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31F8A57-291B-F13A-2C72-94B3A013CEAE}"/>
              </a:ext>
            </a:extLst>
          </p:cNvPr>
          <p:cNvGrpSpPr/>
          <p:nvPr/>
        </p:nvGrpSpPr>
        <p:grpSpPr>
          <a:xfrm>
            <a:off x="7324196" y="1156355"/>
            <a:ext cx="4546315" cy="1660681"/>
            <a:chOff x="-1179283" y="4354896"/>
            <a:chExt cx="4546315" cy="1660681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4DB49DF9-4086-F180-8FF5-704DA542B679}"/>
                </a:ext>
              </a:extLst>
            </p:cNvPr>
            <p:cNvSpPr/>
            <p:nvPr/>
          </p:nvSpPr>
          <p:spPr>
            <a:xfrm>
              <a:off x="-1179283" y="4354896"/>
              <a:ext cx="475544" cy="4458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L="180000" marR="0" lvl="0" indent="-1800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78" name="Grafik 77">
              <a:hlinkClick r:id="rId15"/>
              <a:extLst>
                <a:ext uri="{FF2B5EF4-FFF2-40B4-BE49-F238E27FC236}">
                  <a16:creationId xmlns:a16="http://schemas.microsoft.com/office/drawing/2014/main" id="{AF1DA5CA-FEE0-AC1C-57A6-5861E7F83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24614" y="4467861"/>
              <a:ext cx="2742418" cy="15477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2D08BA42-5EAB-F01A-672C-BFEB9BB66056}"/>
                </a:ext>
              </a:extLst>
            </p:cNvPr>
            <p:cNvCxnSpPr>
              <a:cxnSpLocks/>
              <a:stCxn id="77" idx="6"/>
              <a:endCxn id="78" idx="1"/>
            </p:cNvCxnSpPr>
            <p:nvPr/>
          </p:nvCxnSpPr>
          <p:spPr>
            <a:xfrm>
              <a:off x="-703739" y="4577821"/>
              <a:ext cx="1328353" cy="663898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528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A8F6C96-4EF7-9F6A-DF3C-2EDECA9F5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733" y="2346921"/>
            <a:ext cx="3127149" cy="393521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9401CE-7047-BF89-000F-D2ECB3F8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Übersicht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BDA9BB-2864-61DE-D048-BD115685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C9D5B0-1352-422F-82AB-43EB9800BAC5}" type="datetimeyyyy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236FAF-22C2-E2FF-C39E-70B43660C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Bossard 2025 Produkte Access Solution Stellfüsse und Rollen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7D66A77-9815-6422-6F06-CB4C44D8B8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Products</a:t>
            </a:r>
          </a:p>
          <a:p>
            <a:endParaRPr lang="de-CH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E9B593D-AC9F-1F71-0758-96F8FDA613CA}"/>
              </a:ext>
            </a:extLst>
          </p:cNvPr>
          <p:cNvGrpSpPr/>
          <p:nvPr/>
        </p:nvGrpSpPr>
        <p:grpSpPr>
          <a:xfrm>
            <a:off x="624613" y="4467861"/>
            <a:ext cx="3488749" cy="1547716"/>
            <a:chOff x="624613" y="4467861"/>
            <a:chExt cx="3488749" cy="1547716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FDF3DBC-CA22-6E05-1BF0-A14D3C0BCFEF}"/>
                </a:ext>
              </a:extLst>
            </p:cNvPr>
            <p:cNvSpPr/>
            <p:nvPr/>
          </p:nvSpPr>
          <p:spPr>
            <a:xfrm>
              <a:off x="3637818" y="5018794"/>
              <a:ext cx="475544" cy="4458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L="180000" marR="0" lvl="0" indent="-1800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0" name="Grafik 9">
              <a:hlinkClick r:id="rId3"/>
              <a:extLst>
                <a:ext uri="{FF2B5EF4-FFF2-40B4-BE49-F238E27FC236}">
                  <a16:creationId xmlns:a16="http://schemas.microsoft.com/office/drawing/2014/main" id="{CC81C987-B91F-D9E3-C2A9-2FB5BC4B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613" y="4467861"/>
              <a:ext cx="2783567" cy="15477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8012AFAF-B36A-B361-E288-27F704DA8184}"/>
                </a:ext>
              </a:extLst>
            </p:cNvPr>
            <p:cNvCxnSpPr>
              <a:cxnSpLocks/>
              <a:stCxn id="9" idx="2"/>
              <a:endCxn id="10" idx="3"/>
            </p:cNvCxnSpPr>
            <p:nvPr/>
          </p:nvCxnSpPr>
          <p:spPr>
            <a:xfrm flipH="1">
              <a:off x="3408180" y="5241719"/>
              <a:ext cx="229638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9DA8A30-0195-7363-D6C9-40E4B7FF0564}"/>
              </a:ext>
            </a:extLst>
          </p:cNvPr>
          <p:cNvGrpSpPr/>
          <p:nvPr/>
        </p:nvGrpSpPr>
        <p:grpSpPr>
          <a:xfrm>
            <a:off x="381133" y="2286320"/>
            <a:ext cx="3362289" cy="1547717"/>
            <a:chOff x="381133" y="2286320"/>
            <a:chExt cx="3362289" cy="1547717"/>
          </a:xfrm>
        </p:grpSpPr>
        <p:pic>
          <p:nvPicPr>
            <p:cNvPr id="14" name="Grafik 13">
              <a:hlinkClick r:id="rId5"/>
              <a:extLst>
                <a:ext uri="{FF2B5EF4-FFF2-40B4-BE49-F238E27FC236}">
                  <a16:creationId xmlns:a16="http://schemas.microsoft.com/office/drawing/2014/main" id="{AAAA4FFC-DCD1-D483-E7E6-D1555499B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133" y="2286320"/>
              <a:ext cx="2742418" cy="15477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8E962E1-2890-A9AD-3B59-CC8FC9AD9CA2}"/>
                </a:ext>
              </a:extLst>
            </p:cNvPr>
            <p:cNvSpPr/>
            <p:nvPr/>
          </p:nvSpPr>
          <p:spPr>
            <a:xfrm>
              <a:off x="3344785" y="2850602"/>
              <a:ext cx="398637" cy="44584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L="180000" marR="0" lvl="0" indent="-1800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de-CH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3FFE85D4-F5BE-19A0-DD5B-25F4112B452C}"/>
                </a:ext>
              </a:extLst>
            </p:cNvPr>
            <p:cNvCxnSpPr>
              <a:cxnSpLocks/>
              <a:stCxn id="15" idx="2"/>
              <a:endCxn id="14" idx="3"/>
            </p:cNvCxnSpPr>
            <p:nvPr/>
          </p:nvCxnSpPr>
          <p:spPr>
            <a:xfrm flipH="1" flipV="1">
              <a:off x="3123551" y="3060179"/>
              <a:ext cx="221234" cy="13348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CE8F74A-8459-57A3-F61F-090C8B9008E3}"/>
              </a:ext>
            </a:extLst>
          </p:cNvPr>
          <p:cNvGrpSpPr/>
          <p:nvPr/>
        </p:nvGrpSpPr>
        <p:grpSpPr>
          <a:xfrm>
            <a:off x="6324096" y="124118"/>
            <a:ext cx="5043601" cy="1498822"/>
            <a:chOff x="6379012" y="4665922"/>
            <a:chExt cx="5043601" cy="1498822"/>
          </a:xfrm>
        </p:grpSpPr>
        <p:pic>
          <p:nvPicPr>
            <p:cNvPr id="18" name="Grafik 17">
              <a:hlinkClick r:id="rId7"/>
              <a:extLst>
                <a:ext uri="{FF2B5EF4-FFF2-40B4-BE49-F238E27FC236}">
                  <a16:creationId xmlns:a16="http://schemas.microsoft.com/office/drawing/2014/main" id="{CD206341-CB09-7662-5B49-22253ED66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783820" y="4665922"/>
              <a:ext cx="2638793" cy="14465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C3D48276-BFDA-4539-125B-AE2493EDE0CA}"/>
                </a:ext>
              </a:extLst>
            </p:cNvPr>
            <p:cNvSpPr/>
            <p:nvPr/>
          </p:nvSpPr>
          <p:spPr>
            <a:xfrm>
              <a:off x="6379012" y="5389219"/>
              <a:ext cx="738267" cy="775525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L="180000" marR="0" lvl="0" indent="-1800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2A0864D4-AC2B-5157-48D9-AEA65800D205}"/>
                </a:ext>
              </a:extLst>
            </p:cNvPr>
            <p:cNvCxnSpPr>
              <a:cxnSpLocks/>
              <a:stCxn id="19" idx="6"/>
              <a:endCxn id="18" idx="1"/>
            </p:cNvCxnSpPr>
            <p:nvPr/>
          </p:nvCxnSpPr>
          <p:spPr>
            <a:xfrm flipV="1">
              <a:off x="7117279" y="5389219"/>
              <a:ext cx="1666541" cy="38776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FF9F2097-0F19-FE37-13C3-BD53AA3059AC}"/>
              </a:ext>
            </a:extLst>
          </p:cNvPr>
          <p:cNvGrpSpPr/>
          <p:nvPr/>
        </p:nvGrpSpPr>
        <p:grpSpPr>
          <a:xfrm>
            <a:off x="2373699" y="157311"/>
            <a:ext cx="3556848" cy="1919166"/>
            <a:chOff x="3565313" y="414669"/>
            <a:chExt cx="3556848" cy="1919166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8F8050C-8FB9-A169-407D-71C35A727B02}"/>
                </a:ext>
              </a:extLst>
            </p:cNvPr>
            <p:cNvSpPr/>
            <p:nvPr/>
          </p:nvSpPr>
          <p:spPr>
            <a:xfrm>
              <a:off x="3565313" y="1720715"/>
              <a:ext cx="619578" cy="61312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L="180000" marR="0" lvl="0" indent="-18000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de-CH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61F37C5B-54CC-5BD8-5170-A5CBA824A0F7}"/>
                </a:ext>
              </a:extLst>
            </p:cNvPr>
            <p:cNvCxnSpPr>
              <a:cxnSpLocks/>
              <a:stCxn id="32" idx="7"/>
              <a:endCxn id="44" idx="1"/>
            </p:cNvCxnSpPr>
            <p:nvPr/>
          </p:nvCxnSpPr>
          <p:spPr>
            <a:xfrm flipV="1">
              <a:off x="4094156" y="1161566"/>
              <a:ext cx="373661" cy="648938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Grafik 43">
              <a:hlinkClick r:id="rId9"/>
              <a:extLst>
                <a:ext uri="{FF2B5EF4-FFF2-40B4-BE49-F238E27FC236}">
                  <a16:creationId xmlns:a16="http://schemas.microsoft.com/office/drawing/2014/main" id="{55DFC5C8-AEF8-B3FA-297B-2E367D06B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67817" y="414669"/>
              <a:ext cx="2654344" cy="149379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782D80D-7783-D0FD-DC1B-CC22C8833208}"/>
              </a:ext>
            </a:extLst>
          </p:cNvPr>
          <p:cNvGrpSpPr/>
          <p:nvPr/>
        </p:nvGrpSpPr>
        <p:grpSpPr>
          <a:xfrm>
            <a:off x="5223325" y="4314528"/>
            <a:ext cx="6144372" cy="2043907"/>
            <a:chOff x="5002361" y="1374697"/>
            <a:chExt cx="6144372" cy="2043907"/>
          </a:xfrm>
        </p:grpSpPr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F1CBB7E8-01C3-58F4-1657-28889B55A766}"/>
                </a:ext>
              </a:extLst>
            </p:cNvPr>
            <p:cNvCxnSpPr>
              <a:cxnSpLocks/>
              <a:stCxn id="27" idx="6"/>
              <a:endCxn id="22" idx="1"/>
            </p:cNvCxnSpPr>
            <p:nvPr/>
          </p:nvCxnSpPr>
          <p:spPr>
            <a:xfrm>
              <a:off x="5553072" y="1621807"/>
              <a:ext cx="2954868" cy="106327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98A103C5-D9FB-1A5F-F9A0-7DDF6E63956A}"/>
                </a:ext>
              </a:extLst>
            </p:cNvPr>
            <p:cNvGrpSpPr/>
            <p:nvPr/>
          </p:nvGrpSpPr>
          <p:grpSpPr>
            <a:xfrm>
              <a:off x="5002361" y="1374697"/>
              <a:ext cx="6144372" cy="2043907"/>
              <a:chOff x="5002361" y="1374697"/>
              <a:chExt cx="6144372" cy="2043907"/>
            </a:xfrm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1311AD97-03E8-3E14-3CF6-BF2186810EF0}"/>
                  </a:ext>
                </a:extLst>
              </p:cNvPr>
              <p:cNvSpPr/>
              <p:nvPr/>
            </p:nvSpPr>
            <p:spPr>
              <a:xfrm>
                <a:off x="5002361" y="1374697"/>
                <a:ext cx="550711" cy="494219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54000" rIns="90000" bIns="54000" rtlCol="0" anchor="ctr"/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de-CH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pic>
            <p:nvPicPr>
              <p:cNvPr id="22" name="Grafik 21">
                <a:hlinkClick r:id="rId11"/>
                <a:extLst>
                  <a:ext uri="{FF2B5EF4-FFF2-40B4-BE49-F238E27FC236}">
                    <a16:creationId xmlns:a16="http://schemas.microsoft.com/office/drawing/2014/main" id="{4B8D5548-043A-59EE-090D-0D46978F2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7940" y="1951549"/>
                <a:ext cx="2638793" cy="146705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</p:pic>
        </p:grpSp>
      </p:grpSp>
      <p:sp>
        <p:nvSpPr>
          <p:cNvPr id="43" name="Textfeld 42">
            <a:extLst>
              <a:ext uri="{FF2B5EF4-FFF2-40B4-BE49-F238E27FC236}">
                <a16:creationId xmlns:a16="http://schemas.microsoft.com/office/drawing/2014/main" id="{3AA64A24-5F9D-B1D9-05A7-510A6A1BF0A6}"/>
              </a:ext>
            </a:extLst>
          </p:cNvPr>
          <p:cNvSpPr txBox="1"/>
          <p:nvPr/>
        </p:nvSpPr>
        <p:spPr>
          <a:xfrm>
            <a:off x="2517760" y="1662195"/>
            <a:ext cx="2702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de-CH" sz="1400" dirty="0"/>
              <a:t>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CE77D39-A803-A518-869E-9995117F5477}"/>
              </a:ext>
            </a:extLst>
          </p:cNvPr>
          <p:cNvSpPr txBox="1"/>
          <p:nvPr/>
        </p:nvSpPr>
        <p:spPr>
          <a:xfrm>
            <a:off x="6558085" y="1131841"/>
            <a:ext cx="2702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de-CH" sz="1400" dirty="0"/>
              <a:t>?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A75B050A-1BA5-3E21-0055-CA977F030533}"/>
              </a:ext>
            </a:extLst>
          </p:cNvPr>
          <p:cNvGrpSpPr/>
          <p:nvPr/>
        </p:nvGrpSpPr>
        <p:grpSpPr>
          <a:xfrm>
            <a:off x="7612781" y="1659649"/>
            <a:ext cx="3754915" cy="1481719"/>
            <a:chOff x="7535920" y="2726635"/>
            <a:chExt cx="3754915" cy="1481719"/>
          </a:xfrm>
        </p:grpSpPr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DB799D18-32B2-1D40-2402-CDEE7D056B30}"/>
                </a:ext>
              </a:extLst>
            </p:cNvPr>
            <p:cNvGrpSpPr/>
            <p:nvPr/>
          </p:nvGrpSpPr>
          <p:grpSpPr>
            <a:xfrm>
              <a:off x="7535920" y="2726635"/>
              <a:ext cx="3754915" cy="1481719"/>
              <a:chOff x="7535920" y="2726635"/>
              <a:chExt cx="3754915" cy="1481719"/>
            </a:xfrm>
          </p:grpSpPr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1C6959B2-ABB6-3075-0ECD-3979453599D9}"/>
                  </a:ext>
                </a:extLst>
              </p:cNvPr>
              <p:cNvGrpSpPr/>
              <p:nvPr/>
            </p:nvGrpSpPr>
            <p:grpSpPr>
              <a:xfrm>
                <a:off x="7535920" y="3220384"/>
                <a:ext cx="1116122" cy="494219"/>
                <a:chOff x="7728583" y="2654735"/>
                <a:chExt cx="1116122" cy="494219"/>
              </a:xfrm>
            </p:grpSpPr>
            <p:cxnSp>
              <p:nvCxnSpPr>
                <p:cNvPr id="56" name="Gerader Verbinder 55">
                  <a:extLst>
                    <a:ext uri="{FF2B5EF4-FFF2-40B4-BE49-F238E27FC236}">
                      <a16:creationId xmlns:a16="http://schemas.microsoft.com/office/drawing/2014/main" id="{1EC15B5D-9523-C21B-9411-C6F87FD50D79}"/>
                    </a:ext>
                  </a:extLst>
                </p:cNvPr>
                <p:cNvCxnSpPr>
                  <a:cxnSpLocks/>
                  <a:stCxn id="58" idx="6"/>
                  <a:endCxn id="51" idx="1"/>
                </p:cNvCxnSpPr>
                <p:nvPr/>
              </p:nvCxnSpPr>
              <p:spPr>
                <a:xfrm>
                  <a:off x="8264666" y="2901845"/>
                  <a:ext cx="580039" cy="1"/>
                </a:xfrm>
                <a:prstGeom prst="lin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Ellipse 57">
                  <a:extLst>
                    <a:ext uri="{FF2B5EF4-FFF2-40B4-BE49-F238E27FC236}">
                      <a16:creationId xmlns:a16="http://schemas.microsoft.com/office/drawing/2014/main" id="{303CB9A6-6888-E3DE-03FC-ABFCF2855170}"/>
                    </a:ext>
                  </a:extLst>
                </p:cNvPr>
                <p:cNvSpPr/>
                <p:nvPr/>
              </p:nvSpPr>
              <p:spPr>
                <a:xfrm>
                  <a:off x="7728583" y="2654735"/>
                  <a:ext cx="536083" cy="494219"/>
                </a:xfrm>
                <a:prstGeom prst="ellipse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54000" rIns="90000" bIns="54000" rtlCol="0" anchor="ctr"/>
                <a:lstStyle/>
                <a:p>
                  <a:pPr marR="0" lvl="0" algn="l" defTabSz="914400" rtl="0" eaLnBrk="1" fontAlgn="auto" latinLnBrk="0" hangingPunct="1">
                    <a:lnSpc>
                      <a:spcPct val="10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endParaRPr kumimoji="0" lang="de-CH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51" name="Grafik 50">
                <a:hlinkClick r:id="rId13"/>
                <a:extLst>
                  <a:ext uri="{FF2B5EF4-FFF2-40B4-BE49-F238E27FC236}">
                    <a16:creationId xmlns:a16="http://schemas.microsoft.com/office/drawing/2014/main" id="{8A7416B2-02A8-C1AD-2A4E-F65D128DB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52042" y="2726635"/>
                <a:ext cx="2638793" cy="148171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</a:ln>
            </p:spPr>
          </p:pic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B6FF5EEE-6BB6-02EE-CF65-3EA6A81B65FC}"/>
                </a:ext>
              </a:extLst>
            </p:cNvPr>
            <p:cNvSpPr txBox="1"/>
            <p:nvPr/>
          </p:nvSpPr>
          <p:spPr>
            <a:xfrm>
              <a:off x="7669069" y="3346558"/>
              <a:ext cx="2702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buClr>
                  <a:schemeClr val="tx1"/>
                </a:buClr>
              </a:pPr>
              <a:r>
                <a:rPr lang="de-CH" sz="1400" dirty="0"/>
                <a:t>?</a:t>
              </a:r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E249E77F-D1A2-2D44-C704-FC3962A65BCC}"/>
              </a:ext>
            </a:extLst>
          </p:cNvPr>
          <p:cNvSpPr txBox="1"/>
          <p:nvPr/>
        </p:nvSpPr>
        <p:spPr>
          <a:xfrm>
            <a:off x="3408959" y="2989416"/>
            <a:ext cx="2702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de-CH" sz="1400" dirty="0"/>
              <a:t>?</a:t>
            </a:r>
          </a:p>
        </p:txBody>
      </p:sp>
      <p:pic>
        <p:nvPicPr>
          <p:cNvPr id="55" name="Grafik 54">
            <a:extLst>
              <a:ext uri="{FF2B5EF4-FFF2-40B4-BE49-F238E27FC236}">
                <a16:creationId xmlns:a16="http://schemas.microsoft.com/office/drawing/2014/main" id="{98CD93C0-430B-2491-60D1-8B3906C914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30801" y="3275515"/>
            <a:ext cx="2636895" cy="148171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</p:pic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44292E8-C916-CE06-870F-12CDF09E17CE}"/>
              </a:ext>
            </a:extLst>
          </p:cNvPr>
          <p:cNvGrpSpPr/>
          <p:nvPr/>
        </p:nvGrpSpPr>
        <p:grpSpPr>
          <a:xfrm>
            <a:off x="5774036" y="3498366"/>
            <a:ext cx="2956765" cy="602364"/>
            <a:chOff x="5867890" y="2137405"/>
            <a:chExt cx="2641745" cy="597243"/>
          </a:xfrm>
        </p:grpSpPr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85B35061-48DF-669D-069B-90EC7E53949C}"/>
                </a:ext>
              </a:extLst>
            </p:cNvPr>
            <p:cNvCxnSpPr>
              <a:cxnSpLocks/>
              <a:stCxn id="62" idx="6"/>
              <a:endCxn id="55" idx="1"/>
            </p:cNvCxnSpPr>
            <p:nvPr/>
          </p:nvCxnSpPr>
          <p:spPr>
            <a:xfrm>
              <a:off x="6418601" y="2436027"/>
              <a:ext cx="2091034" cy="21498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8BDD1C75-8D65-3002-CB05-32F97DF127BF}"/>
                </a:ext>
              </a:extLst>
            </p:cNvPr>
            <p:cNvSpPr/>
            <p:nvPr/>
          </p:nvSpPr>
          <p:spPr>
            <a:xfrm>
              <a:off x="5867890" y="2137405"/>
              <a:ext cx="550711" cy="597243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54000" rIns="90000" bIns="54000" rtlCol="0" anchor="ctr"/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de-CH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BF82530-DBAE-3C7C-A2C4-A3152BDAF5F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3473" y="183539"/>
            <a:ext cx="2019582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4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Master_BOSSARD">
  <a:themeElements>
    <a:clrScheme name="COLOR_BOSSARD">
      <a:dk1>
        <a:sysClr val="windowText" lastClr="000000"/>
      </a:dk1>
      <a:lt1>
        <a:sysClr val="window" lastClr="FFFFFF"/>
      </a:lt1>
      <a:dk2>
        <a:srgbClr val="333333"/>
      </a:dk2>
      <a:lt2>
        <a:srgbClr val="CFE0FF"/>
      </a:lt2>
      <a:accent1>
        <a:srgbClr val="007AC3"/>
      </a:accent1>
      <a:accent2>
        <a:srgbClr val="46A8DE"/>
      </a:accent2>
      <a:accent3>
        <a:srgbClr val="A1C8EA"/>
      </a:accent3>
      <a:accent4>
        <a:srgbClr val="666666"/>
      </a:accent4>
      <a:accent5>
        <a:srgbClr val="999999"/>
      </a:accent5>
      <a:accent6>
        <a:srgbClr val="BFBFBF"/>
      </a:accent6>
      <a:hlink>
        <a:srgbClr val="007AC3"/>
      </a:hlink>
      <a:folHlink>
        <a:srgbClr val="007AC3"/>
      </a:folHlink>
    </a:clrScheme>
    <a:fontScheme name="Font_BOSSARD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noFill/>
        </a:ln>
      </a:spPr>
      <a:bodyPr lIns="90000" tIns="54000" rIns="90000" bIns="54000" rtlCol="0" anchor="ctr"/>
      <a:lstStyle>
        <a:defPPr marL="180000" indent="-180000" algn="l">
          <a:spcBef>
            <a:spcPts val="600"/>
          </a:spcBef>
          <a:buFont typeface="Arial" panose="020B0604020202020204" pitchFamily="34" charset="0"/>
          <a:buChar char="•"/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180000" indent="-180000" algn="l">
          <a:buClr>
            <a:schemeClr val="tx1"/>
          </a:buClr>
          <a:buFont typeface="Arial" panose="020B0604020202020204" pitchFamily="34" charset="0"/>
          <a:buChar char="‒"/>
          <a:defRPr sz="1400" dirty="0" smtClean="0"/>
        </a:defPPr>
      </a:lstStyle>
    </a:txDef>
  </a:objectDefaults>
  <a:extraClrSchemeLst/>
  <a:custClrLst>
    <a:custClr>
      <a:srgbClr val="AA465C"/>
    </a:custClr>
    <a:custClr>
      <a:srgbClr val="E8C7CA"/>
    </a:custClr>
    <a:custClr>
      <a:srgbClr val="1B8F84"/>
    </a:custClr>
    <a:custClr>
      <a:srgbClr val="C2DCD8"/>
    </a:custClr>
    <a:custClr>
      <a:srgbClr val="E08753"/>
    </a:custClr>
    <a:custClr>
      <a:srgbClr val="F6DCC7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Bossard PPT Template DE.pptx  -  Read-Only" id="{96A3723C-A643-46BE-91EB-1C11F1742D22}" vid="{9A608727-6B5B-4704-8D55-36B62558439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181d8d-54dc-4905-b30f-3eb3ef36a52c">
      <Terms xmlns="http://schemas.microsoft.com/office/infopath/2007/PartnerControls"/>
    </lcf76f155ced4ddcb4097134ff3c332f>
    <TaxCatchAll xmlns="2ce6a841-f969-4ecc-bc31-1017d1979a8b" xsi:nil="true"/>
    <Personen xmlns="c2181d8d-54dc-4905-b30f-3eb3ef36a52c">
      <UserInfo>
        <DisplayName/>
        <AccountId xsi:nil="true"/>
        <AccountType/>
      </UserInfo>
    </Personen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4716AF5A3A65469B8B9885253F443B" ma:contentTypeVersion="19" ma:contentTypeDescription="Ein neues Dokument erstellen." ma:contentTypeScope="" ma:versionID="637b91400c3e4d15afe1325082a022ae">
  <xsd:schema xmlns:xsd="http://www.w3.org/2001/XMLSchema" xmlns:xs="http://www.w3.org/2001/XMLSchema" xmlns:p="http://schemas.microsoft.com/office/2006/metadata/properties" xmlns:ns2="c2181d8d-54dc-4905-b30f-3eb3ef36a52c" xmlns:ns3="2ce6a841-f969-4ecc-bc31-1017d1979a8b" targetNamespace="http://schemas.microsoft.com/office/2006/metadata/properties" ma:root="true" ma:fieldsID="74f797f7ebd2f6a89b011c19efd7a821" ns2:_="" ns3:_="">
    <xsd:import namespace="c2181d8d-54dc-4905-b30f-3eb3ef36a52c"/>
    <xsd:import namespace="2ce6a841-f969-4ecc-bc31-1017d1979a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Person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181d8d-54dc-4905-b30f-3eb3ef36a5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caa8fd5d-94af-44ea-b4e0-8d5a9c33df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ersonen" ma:index="26" nillable="true" ma:displayName="Personen " ma:format="Dropdown" ma:list="UserInfo" ma:SharePointGroup="0" ma:internalName="Persone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6a841-f969-4ecc-bc31-1017d1979a8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250a01b-6eed-4468-bdc3-14d3ec470402}" ma:internalName="TaxCatchAll" ma:showField="CatchAllData" ma:web="2ce6a841-f969-4ecc-bc31-1017d1979a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04171D-7B3C-424C-A5B2-9885A9949358}">
  <ds:schemaRefs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c2181d8d-54dc-4905-b30f-3eb3ef36a52c"/>
    <ds:schemaRef ds:uri="http://schemas.microsoft.com/office/2006/documentManagement/types"/>
    <ds:schemaRef ds:uri="http://purl.org/dc/dcmitype/"/>
    <ds:schemaRef ds:uri="2ce6a841-f969-4ecc-bc31-1017d1979a8b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B12AEE7-C4DF-41D6-9658-CA2F9FDFD1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0F1F64-C5F3-4AD2-A37F-450B3E678C92}">
  <ds:schemaRefs>
    <ds:schemaRef ds:uri="2ce6a841-f969-4ecc-bc31-1017d1979a8b"/>
    <ds:schemaRef ds:uri="c2181d8d-54dc-4905-b30f-3eb3ef36a5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Breitbild</PresentationFormat>
  <Paragraphs>12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Georgia</vt:lpstr>
      <vt:lpstr>Wingdings</vt:lpstr>
      <vt:lpstr>2_Master_BOSSARD</vt:lpstr>
      <vt:lpstr>think-cell Folie</vt:lpstr>
      <vt:lpstr>Übersicht </vt:lpstr>
      <vt:lpstr>Übersicht </vt:lpstr>
    </vt:vector>
  </TitlesOfParts>
  <Company>Bossard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Elektrotechnik</dc:title>
  <dc:creator>antonio.costanzo@bossard.com;Antonio</dc:creator>
  <cp:lastModifiedBy>Gisler  Daniel</cp:lastModifiedBy>
  <cp:revision>75</cp:revision>
  <cp:lastPrinted>2024-11-08T14:22:33Z</cp:lastPrinted>
  <dcterms:created xsi:type="dcterms:W3CDTF">2024-05-02T06:23:42Z</dcterms:created>
  <dcterms:modified xsi:type="dcterms:W3CDTF">2025-01-23T10:53:25Z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0x0101006BA4EBC1B6F4EA44978CE219AFF9DFCF</vt:lpwstr>
  </property>
</Properties>
</file>